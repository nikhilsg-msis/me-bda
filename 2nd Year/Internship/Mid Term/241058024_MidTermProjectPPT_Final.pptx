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76" r:id="rId2"/>
    <p:sldId id="277" r:id="rId3"/>
    <p:sldId id="281" r:id="rId4"/>
    <p:sldId id="282" r:id="rId5"/>
    <p:sldId id="279" r:id="rId6"/>
    <p:sldId id="280" r:id="rId7"/>
    <p:sldId id="295" r:id="rId8"/>
    <p:sldId id="288" r:id="rId9"/>
    <p:sldId id="284" r:id="rId10"/>
    <p:sldId id="290" r:id="rId11"/>
    <p:sldId id="292" r:id="rId12"/>
    <p:sldId id="296" r:id="rId13"/>
    <p:sldId id="300" r:id="rId14"/>
    <p:sldId id="297" r:id="rId15"/>
    <p:sldId id="294" r:id="rId16"/>
    <p:sldId id="299" r:id="rId17"/>
    <p:sldId id="293"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213AED7-E0CD-4123-BE12-8F1B045993C4}" v="232" dt="2025-12-17T05:05:39.300"/>
    <p1510:client id="{1AD7B2D6-481B-4A43-971E-94128B0DE3FB}" v="184" dt="2025-12-16T10:30:11.48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2857" autoAdjust="0"/>
  </p:normalViewPr>
  <p:slideViewPr>
    <p:cSldViewPr snapToGrid="0">
      <p:cViewPr varScale="1">
        <p:scale>
          <a:sx n="95" d="100"/>
          <a:sy n="95" d="100"/>
        </p:scale>
        <p:origin x="438" y="3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6AABE8-F985-4125-A89E-600F5B64D548}" type="datetimeFigureOut">
              <a:rPr lang="en-IN" smtClean="0"/>
              <a:t>17-12-2025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B63334-DF80-4FEF-BB96-371ECF116D23}" type="slidenum">
              <a:rPr lang="en-IN" smtClean="0"/>
              <a:t>‹#›</a:t>
            </a:fld>
            <a:endParaRPr lang="en-IN"/>
          </a:p>
        </p:txBody>
      </p:sp>
    </p:spTree>
    <p:extLst>
      <p:ext uri="{BB962C8B-B14F-4D97-AF65-F5344CB8AC3E}">
        <p14:creationId xmlns:p14="http://schemas.microsoft.com/office/powerpoint/2010/main" val="9453015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A8751-DA88-0E1A-78A7-FA2AD6E8996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4786A16-9C4D-CF5A-3F2A-30C3B6D4B08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E29E151-69BD-5E33-34E3-46F58A324E9F}"/>
              </a:ext>
            </a:extLst>
          </p:cNvPr>
          <p:cNvSpPr>
            <a:spLocks noGrp="1"/>
          </p:cNvSpPr>
          <p:nvPr>
            <p:ph type="dt" sz="half" idx="10"/>
          </p:nvPr>
        </p:nvSpPr>
        <p:spPr/>
        <p:txBody>
          <a:bodyPr/>
          <a:lstStyle/>
          <a:p>
            <a:fld id="{44F1B7C8-E7B6-4BE7-BF99-F365C0EE82AC}" type="datetimeFigureOut">
              <a:rPr lang="en-IN" smtClean="0"/>
              <a:t>17-12-2025</a:t>
            </a:fld>
            <a:endParaRPr lang="en-IN"/>
          </a:p>
        </p:txBody>
      </p:sp>
      <p:sp>
        <p:nvSpPr>
          <p:cNvPr id="5" name="Footer Placeholder 4">
            <a:extLst>
              <a:ext uri="{FF2B5EF4-FFF2-40B4-BE49-F238E27FC236}">
                <a16:creationId xmlns:a16="http://schemas.microsoft.com/office/drawing/2014/main" id="{C90085A0-63CD-758D-0D08-BF007C9B091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B62579C-354F-7A42-27FA-48C435078E7C}"/>
              </a:ext>
            </a:extLst>
          </p:cNvPr>
          <p:cNvSpPr>
            <a:spLocks noGrp="1"/>
          </p:cNvSpPr>
          <p:nvPr>
            <p:ph type="sldNum" sz="quarter" idx="12"/>
          </p:nvPr>
        </p:nvSpPr>
        <p:spPr/>
        <p:txBody>
          <a:bodyPr/>
          <a:lstStyle/>
          <a:p>
            <a:fld id="{4A856E3D-56DC-4B28-86DF-01EEC2A754BF}" type="slidenum">
              <a:rPr lang="en-IN" smtClean="0"/>
              <a:t>‹#›</a:t>
            </a:fld>
            <a:endParaRPr lang="en-IN"/>
          </a:p>
        </p:txBody>
      </p:sp>
    </p:spTree>
    <p:extLst>
      <p:ext uri="{BB962C8B-B14F-4D97-AF65-F5344CB8AC3E}">
        <p14:creationId xmlns:p14="http://schemas.microsoft.com/office/powerpoint/2010/main" val="29721258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F36EC-BACD-BF7A-B21E-DBB18B98CE4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0BA9759-3E99-0B9A-9568-BD0A2BE0CDD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B1B1A32-20BA-ADEE-6C27-CC61F85ADA73}"/>
              </a:ext>
            </a:extLst>
          </p:cNvPr>
          <p:cNvSpPr>
            <a:spLocks noGrp="1"/>
          </p:cNvSpPr>
          <p:nvPr>
            <p:ph type="dt" sz="half" idx="10"/>
          </p:nvPr>
        </p:nvSpPr>
        <p:spPr/>
        <p:txBody>
          <a:bodyPr/>
          <a:lstStyle/>
          <a:p>
            <a:fld id="{44F1B7C8-E7B6-4BE7-BF99-F365C0EE82AC}" type="datetimeFigureOut">
              <a:rPr lang="en-IN" smtClean="0"/>
              <a:t>17-12-2025</a:t>
            </a:fld>
            <a:endParaRPr lang="en-IN"/>
          </a:p>
        </p:txBody>
      </p:sp>
      <p:sp>
        <p:nvSpPr>
          <p:cNvPr id="5" name="Footer Placeholder 4">
            <a:extLst>
              <a:ext uri="{FF2B5EF4-FFF2-40B4-BE49-F238E27FC236}">
                <a16:creationId xmlns:a16="http://schemas.microsoft.com/office/drawing/2014/main" id="{C32C92AB-CD98-B8C9-9F84-1BC61E77A1E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1248F33-BAC4-B9FA-F9EF-D9B336839412}"/>
              </a:ext>
            </a:extLst>
          </p:cNvPr>
          <p:cNvSpPr>
            <a:spLocks noGrp="1"/>
          </p:cNvSpPr>
          <p:nvPr>
            <p:ph type="sldNum" sz="quarter" idx="12"/>
          </p:nvPr>
        </p:nvSpPr>
        <p:spPr/>
        <p:txBody>
          <a:bodyPr/>
          <a:lstStyle/>
          <a:p>
            <a:fld id="{4A856E3D-56DC-4B28-86DF-01EEC2A754BF}" type="slidenum">
              <a:rPr lang="en-IN" smtClean="0"/>
              <a:t>‹#›</a:t>
            </a:fld>
            <a:endParaRPr lang="en-IN"/>
          </a:p>
        </p:txBody>
      </p:sp>
    </p:spTree>
    <p:extLst>
      <p:ext uri="{BB962C8B-B14F-4D97-AF65-F5344CB8AC3E}">
        <p14:creationId xmlns:p14="http://schemas.microsoft.com/office/powerpoint/2010/main" val="20818405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53D85-C42B-C7F1-9F27-B97D6442ED7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C95F295-BCFF-DE9D-20BE-927A7F69392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B712C4B-A97B-8FFE-BB70-88FD4A16A973}"/>
              </a:ext>
            </a:extLst>
          </p:cNvPr>
          <p:cNvSpPr>
            <a:spLocks noGrp="1"/>
          </p:cNvSpPr>
          <p:nvPr>
            <p:ph type="dt" sz="half" idx="10"/>
          </p:nvPr>
        </p:nvSpPr>
        <p:spPr/>
        <p:txBody>
          <a:bodyPr/>
          <a:lstStyle/>
          <a:p>
            <a:fld id="{44F1B7C8-E7B6-4BE7-BF99-F365C0EE82AC}" type="datetimeFigureOut">
              <a:rPr lang="en-IN" smtClean="0"/>
              <a:t>17-12-2025</a:t>
            </a:fld>
            <a:endParaRPr lang="en-IN"/>
          </a:p>
        </p:txBody>
      </p:sp>
      <p:sp>
        <p:nvSpPr>
          <p:cNvPr id="5" name="Footer Placeholder 4">
            <a:extLst>
              <a:ext uri="{FF2B5EF4-FFF2-40B4-BE49-F238E27FC236}">
                <a16:creationId xmlns:a16="http://schemas.microsoft.com/office/drawing/2014/main" id="{194257E3-399E-3662-38DC-73B19CDE699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0686709-FCA4-CCE4-1934-270DDD2E4B76}"/>
              </a:ext>
            </a:extLst>
          </p:cNvPr>
          <p:cNvSpPr>
            <a:spLocks noGrp="1"/>
          </p:cNvSpPr>
          <p:nvPr>
            <p:ph type="sldNum" sz="quarter" idx="12"/>
          </p:nvPr>
        </p:nvSpPr>
        <p:spPr/>
        <p:txBody>
          <a:bodyPr/>
          <a:lstStyle/>
          <a:p>
            <a:fld id="{4A856E3D-56DC-4B28-86DF-01EEC2A754BF}" type="slidenum">
              <a:rPr lang="en-IN" smtClean="0"/>
              <a:t>‹#›</a:t>
            </a:fld>
            <a:endParaRPr lang="en-IN"/>
          </a:p>
        </p:txBody>
      </p:sp>
    </p:spTree>
    <p:extLst>
      <p:ext uri="{BB962C8B-B14F-4D97-AF65-F5344CB8AC3E}">
        <p14:creationId xmlns:p14="http://schemas.microsoft.com/office/powerpoint/2010/main" val="2976791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A7719-97A2-5DA0-2486-8CAE3071A68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5653CC8-964F-3D9B-01EF-72726A3B076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0BC6E8C-D06A-32FA-59B6-1C2AB7C8D92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849A868-CE4E-FCCE-5D85-7FA7B5D7660E}"/>
              </a:ext>
            </a:extLst>
          </p:cNvPr>
          <p:cNvSpPr>
            <a:spLocks noGrp="1"/>
          </p:cNvSpPr>
          <p:nvPr>
            <p:ph type="dt" sz="half" idx="10"/>
          </p:nvPr>
        </p:nvSpPr>
        <p:spPr/>
        <p:txBody>
          <a:bodyPr/>
          <a:lstStyle/>
          <a:p>
            <a:fld id="{44F1B7C8-E7B6-4BE7-BF99-F365C0EE82AC}" type="datetimeFigureOut">
              <a:rPr lang="en-IN" smtClean="0"/>
              <a:t>17-12-2025</a:t>
            </a:fld>
            <a:endParaRPr lang="en-IN"/>
          </a:p>
        </p:txBody>
      </p:sp>
      <p:sp>
        <p:nvSpPr>
          <p:cNvPr id="6" name="Footer Placeholder 5">
            <a:extLst>
              <a:ext uri="{FF2B5EF4-FFF2-40B4-BE49-F238E27FC236}">
                <a16:creationId xmlns:a16="http://schemas.microsoft.com/office/drawing/2014/main" id="{B452EB2B-193E-E45D-78B2-86F2AA7838C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E809DD3-AE32-3F94-7CD5-C296B420233D}"/>
              </a:ext>
            </a:extLst>
          </p:cNvPr>
          <p:cNvSpPr>
            <a:spLocks noGrp="1"/>
          </p:cNvSpPr>
          <p:nvPr>
            <p:ph type="sldNum" sz="quarter" idx="12"/>
          </p:nvPr>
        </p:nvSpPr>
        <p:spPr/>
        <p:txBody>
          <a:bodyPr/>
          <a:lstStyle/>
          <a:p>
            <a:fld id="{4A856E3D-56DC-4B28-86DF-01EEC2A754BF}" type="slidenum">
              <a:rPr lang="en-IN" smtClean="0"/>
              <a:t>‹#›</a:t>
            </a:fld>
            <a:endParaRPr lang="en-IN"/>
          </a:p>
        </p:txBody>
      </p:sp>
    </p:spTree>
    <p:extLst>
      <p:ext uri="{BB962C8B-B14F-4D97-AF65-F5344CB8AC3E}">
        <p14:creationId xmlns:p14="http://schemas.microsoft.com/office/powerpoint/2010/main" val="27475263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88EDA-1760-20C1-C29C-FA8EEDCC6A0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0C890BD-6468-CAAE-2DE7-7BD7E494B44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458B65A-87F6-8241-566A-220EED1FE66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AA750C2-1F39-E500-0D0A-9DC3F560D9B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C238179-98AA-A62A-AA13-E5D5996898D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F9F10D5-D6DD-1CC8-4CE4-AC1CEA30A544}"/>
              </a:ext>
            </a:extLst>
          </p:cNvPr>
          <p:cNvSpPr>
            <a:spLocks noGrp="1"/>
          </p:cNvSpPr>
          <p:nvPr>
            <p:ph type="dt" sz="half" idx="10"/>
          </p:nvPr>
        </p:nvSpPr>
        <p:spPr/>
        <p:txBody>
          <a:bodyPr/>
          <a:lstStyle/>
          <a:p>
            <a:fld id="{44F1B7C8-E7B6-4BE7-BF99-F365C0EE82AC}" type="datetimeFigureOut">
              <a:rPr lang="en-IN" smtClean="0"/>
              <a:t>17-12-2025</a:t>
            </a:fld>
            <a:endParaRPr lang="en-IN"/>
          </a:p>
        </p:txBody>
      </p:sp>
      <p:sp>
        <p:nvSpPr>
          <p:cNvPr id="8" name="Footer Placeholder 7">
            <a:extLst>
              <a:ext uri="{FF2B5EF4-FFF2-40B4-BE49-F238E27FC236}">
                <a16:creationId xmlns:a16="http://schemas.microsoft.com/office/drawing/2014/main" id="{D880A721-B658-32C6-2D0E-448068C7B40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EE54A28-FF30-AB28-78C0-F5C5C6508BE3}"/>
              </a:ext>
            </a:extLst>
          </p:cNvPr>
          <p:cNvSpPr>
            <a:spLocks noGrp="1"/>
          </p:cNvSpPr>
          <p:nvPr>
            <p:ph type="sldNum" sz="quarter" idx="12"/>
          </p:nvPr>
        </p:nvSpPr>
        <p:spPr/>
        <p:txBody>
          <a:bodyPr/>
          <a:lstStyle/>
          <a:p>
            <a:fld id="{4A856E3D-56DC-4B28-86DF-01EEC2A754BF}" type="slidenum">
              <a:rPr lang="en-IN" smtClean="0"/>
              <a:t>‹#›</a:t>
            </a:fld>
            <a:endParaRPr lang="en-IN"/>
          </a:p>
        </p:txBody>
      </p:sp>
    </p:spTree>
    <p:extLst>
      <p:ext uri="{BB962C8B-B14F-4D97-AF65-F5344CB8AC3E}">
        <p14:creationId xmlns:p14="http://schemas.microsoft.com/office/powerpoint/2010/main" val="23833743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CF56E-27A2-CAA0-6896-51A4521273F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FF9FB97-E634-1E2C-950A-96E33B56C7DB}"/>
              </a:ext>
            </a:extLst>
          </p:cNvPr>
          <p:cNvSpPr>
            <a:spLocks noGrp="1"/>
          </p:cNvSpPr>
          <p:nvPr>
            <p:ph type="dt" sz="half" idx="10"/>
          </p:nvPr>
        </p:nvSpPr>
        <p:spPr/>
        <p:txBody>
          <a:bodyPr/>
          <a:lstStyle/>
          <a:p>
            <a:fld id="{44F1B7C8-E7B6-4BE7-BF99-F365C0EE82AC}" type="datetimeFigureOut">
              <a:rPr lang="en-IN" smtClean="0"/>
              <a:t>17-12-2025</a:t>
            </a:fld>
            <a:endParaRPr lang="en-IN"/>
          </a:p>
        </p:txBody>
      </p:sp>
      <p:sp>
        <p:nvSpPr>
          <p:cNvPr id="4" name="Footer Placeholder 3">
            <a:extLst>
              <a:ext uri="{FF2B5EF4-FFF2-40B4-BE49-F238E27FC236}">
                <a16:creationId xmlns:a16="http://schemas.microsoft.com/office/drawing/2014/main" id="{8EFD37A0-B7B4-333A-FE73-C466685BFD2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9E9D9D1-A38C-CC21-4D82-E6631E166CDE}"/>
              </a:ext>
            </a:extLst>
          </p:cNvPr>
          <p:cNvSpPr>
            <a:spLocks noGrp="1"/>
          </p:cNvSpPr>
          <p:nvPr>
            <p:ph type="sldNum" sz="quarter" idx="12"/>
          </p:nvPr>
        </p:nvSpPr>
        <p:spPr/>
        <p:txBody>
          <a:bodyPr/>
          <a:lstStyle/>
          <a:p>
            <a:fld id="{4A856E3D-56DC-4B28-86DF-01EEC2A754BF}" type="slidenum">
              <a:rPr lang="en-IN" smtClean="0"/>
              <a:t>‹#›</a:t>
            </a:fld>
            <a:endParaRPr lang="en-IN"/>
          </a:p>
        </p:txBody>
      </p:sp>
    </p:spTree>
    <p:extLst>
      <p:ext uri="{BB962C8B-B14F-4D97-AF65-F5344CB8AC3E}">
        <p14:creationId xmlns:p14="http://schemas.microsoft.com/office/powerpoint/2010/main" val="42753048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32BF773-B341-C979-F913-434B5F6E7B76}"/>
              </a:ext>
            </a:extLst>
          </p:cNvPr>
          <p:cNvSpPr>
            <a:spLocks noGrp="1"/>
          </p:cNvSpPr>
          <p:nvPr>
            <p:ph type="dt" sz="half" idx="10"/>
          </p:nvPr>
        </p:nvSpPr>
        <p:spPr/>
        <p:txBody>
          <a:bodyPr/>
          <a:lstStyle/>
          <a:p>
            <a:fld id="{44F1B7C8-E7B6-4BE7-BF99-F365C0EE82AC}" type="datetimeFigureOut">
              <a:rPr lang="en-IN" smtClean="0"/>
              <a:t>17-12-2025</a:t>
            </a:fld>
            <a:endParaRPr lang="en-IN"/>
          </a:p>
        </p:txBody>
      </p:sp>
      <p:sp>
        <p:nvSpPr>
          <p:cNvPr id="3" name="Footer Placeholder 2">
            <a:extLst>
              <a:ext uri="{FF2B5EF4-FFF2-40B4-BE49-F238E27FC236}">
                <a16:creationId xmlns:a16="http://schemas.microsoft.com/office/drawing/2014/main" id="{6DF6E940-23C9-C9E9-6FAC-074E9FB55F4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AF9C231-7572-47E5-D1EC-1BEEC3A4530F}"/>
              </a:ext>
            </a:extLst>
          </p:cNvPr>
          <p:cNvSpPr>
            <a:spLocks noGrp="1"/>
          </p:cNvSpPr>
          <p:nvPr>
            <p:ph type="sldNum" sz="quarter" idx="12"/>
          </p:nvPr>
        </p:nvSpPr>
        <p:spPr/>
        <p:txBody>
          <a:bodyPr/>
          <a:lstStyle/>
          <a:p>
            <a:fld id="{4A856E3D-56DC-4B28-86DF-01EEC2A754BF}" type="slidenum">
              <a:rPr lang="en-IN" smtClean="0"/>
              <a:t>‹#›</a:t>
            </a:fld>
            <a:endParaRPr lang="en-IN"/>
          </a:p>
        </p:txBody>
      </p:sp>
    </p:spTree>
    <p:extLst>
      <p:ext uri="{BB962C8B-B14F-4D97-AF65-F5344CB8AC3E}">
        <p14:creationId xmlns:p14="http://schemas.microsoft.com/office/powerpoint/2010/main" val="9133151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D2549-2CD4-96AE-F9EC-2905010414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EAE7E2B-1EFB-98F7-C4CD-39A0F2E8324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724FE2D-E1D2-831F-A2AB-86AD9FE252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AF1767-6CE5-EEB0-3A8F-0A2B194DB164}"/>
              </a:ext>
            </a:extLst>
          </p:cNvPr>
          <p:cNvSpPr>
            <a:spLocks noGrp="1"/>
          </p:cNvSpPr>
          <p:nvPr>
            <p:ph type="dt" sz="half" idx="10"/>
          </p:nvPr>
        </p:nvSpPr>
        <p:spPr/>
        <p:txBody>
          <a:bodyPr/>
          <a:lstStyle/>
          <a:p>
            <a:fld id="{44F1B7C8-E7B6-4BE7-BF99-F365C0EE82AC}" type="datetimeFigureOut">
              <a:rPr lang="en-IN" smtClean="0"/>
              <a:t>17-12-2025</a:t>
            </a:fld>
            <a:endParaRPr lang="en-IN"/>
          </a:p>
        </p:txBody>
      </p:sp>
      <p:sp>
        <p:nvSpPr>
          <p:cNvPr id="6" name="Footer Placeholder 5">
            <a:extLst>
              <a:ext uri="{FF2B5EF4-FFF2-40B4-BE49-F238E27FC236}">
                <a16:creationId xmlns:a16="http://schemas.microsoft.com/office/drawing/2014/main" id="{CE9CC790-2B47-4CF6-08AB-6F9A18A15B3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3714473-1D38-48C1-FAE9-71C826C35259}"/>
              </a:ext>
            </a:extLst>
          </p:cNvPr>
          <p:cNvSpPr>
            <a:spLocks noGrp="1"/>
          </p:cNvSpPr>
          <p:nvPr>
            <p:ph type="sldNum" sz="quarter" idx="12"/>
          </p:nvPr>
        </p:nvSpPr>
        <p:spPr/>
        <p:txBody>
          <a:bodyPr/>
          <a:lstStyle/>
          <a:p>
            <a:fld id="{4A856E3D-56DC-4B28-86DF-01EEC2A754BF}" type="slidenum">
              <a:rPr lang="en-IN" smtClean="0"/>
              <a:t>‹#›</a:t>
            </a:fld>
            <a:endParaRPr lang="en-IN"/>
          </a:p>
        </p:txBody>
      </p:sp>
    </p:spTree>
    <p:extLst>
      <p:ext uri="{BB962C8B-B14F-4D97-AF65-F5344CB8AC3E}">
        <p14:creationId xmlns:p14="http://schemas.microsoft.com/office/powerpoint/2010/main" val="23482603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7C9F8-DB9A-F818-2DC1-1D75371AE4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0607440-64BD-8728-34D6-94573F69C53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A9700D9-D14A-8D71-2013-B4735D741C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9B613D8-1931-E7AC-7B03-3B31CCA578DD}"/>
              </a:ext>
            </a:extLst>
          </p:cNvPr>
          <p:cNvSpPr>
            <a:spLocks noGrp="1"/>
          </p:cNvSpPr>
          <p:nvPr>
            <p:ph type="dt" sz="half" idx="10"/>
          </p:nvPr>
        </p:nvSpPr>
        <p:spPr/>
        <p:txBody>
          <a:bodyPr/>
          <a:lstStyle/>
          <a:p>
            <a:fld id="{44F1B7C8-E7B6-4BE7-BF99-F365C0EE82AC}" type="datetimeFigureOut">
              <a:rPr lang="en-IN" smtClean="0"/>
              <a:t>17-12-2025</a:t>
            </a:fld>
            <a:endParaRPr lang="en-IN"/>
          </a:p>
        </p:txBody>
      </p:sp>
      <p:sp>
        <p:nvSpPr>
          <p:cNvPr id="6" name="Footer Placeholder 5">
            <a:extLst>
              <a:ext uri="{FF2B5EF4-FFF2-40B4-BE49-F238E27FC236}">
                <a16:creationId xmlns:a16="http://schemas.microsoft.com/office/drawing/2014/main" id="{CFF7A576-8B0E-5BB8-3C69-622D1F6E308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89D8DE9-9628-62F2-49DA-E54EF31FC2D2}"/>
              </a:ext>
            </a:extLst>
          </p:cNvPr>
          <p:cNvSpPr>
            <a:spLocks noGrp="1"/>
          </p:cNvSpPr>
          <p:nvPr>
            <p:ph type="sldNum" sz="quarter" idx="12"/>
          </p:nvPr>
        </p:nvSpPr>
        <p:spPr/>
        <p:txBody>
          <a:bodyPr/>
          <a:lstStyle/>
          <a:p>
            <a:fld id="{4A856E3D-56DC-4B28-86DF-01EEC2A754BF}" type="slidenum">
              <a:rPr lang="en-IN" smtClean="0"/>
              <a:t>‹#›</a:t>
            </a:fld>
            <a:endParaRPr lang="en-IN"/>
          </a:p>
        </p:txBody>
      </p:sp>
    </p:spTree>
    <p:extLst>
      <p:ext uri="{BB962C8B-B14F-4D97-AF65-F5344CB8AC3E}">
        <p14:creationId xmlns:p14="http://schemas.microsoft.com/office/powerpoint/2010/main" val="29636307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72FF5-E79C-1C6A-C82B-B73965F8CB0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9C75FE1-7B5D-24BA-2AC1-46F73297C5F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76F9C56-C4D7-C3A9-1087-B211C3DF67BB}"/>
              </a:ext>
            </a:extLst>
          </p:cNvPr>
          <p:cNvSpPr>
            <a:spLocks noGrp="1"/>
          </p:cNvSpPr>
          <p:nvPr>
            <p:ph type="dt" sz="half" idx="10"/>
          </p:nvPr>
        </p:nvSpPr>
        <p:spPr/>
        <p:txBody>
          <a:bodyPr/>
          <a:lstStyle/>
          <a:p>
            <a:fld id="{44F1B7C8-E7B6-4BE7-BF99-F365C0EE82AC}" type="datetimeFigureOut">
              <a:rPr lang="en-IN" smtClean="0"/>
              <a:t>17-12-2025</a:t>
            </a:fld>
            <a:endParaRPr lang="en-IN"/>
          </a:p>
        </p:txBody>
      </p:sp>
      <p:sp>
        <p:nvSpPr>
          <p:cNvPr id="5" name="Footer Placeholder 4">
            <a:extLst>
              <a:ext uri="{FF2B5EF4-FFF2-40B4-BE49-F238E27FC236}">
                <a16:creationId xmlns:a16="http://schemas.microsoft.com/office/drawing/2014/main" id="{5052B4BE-69EB-D666-FCAF-CDEAEB137F2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6C084D1-6D6A-1221-091C-B83F7D476A8E}"/>
              </a:ext>
            </a:extLst>
          </p:cNvPr>
          <p:cNvSpPr>
            <a:spLocks noGrp="1"/>
          </p:cNvSpPr>
          <p:nvPr>
            <p:ph type="sldNum" sz="quarter" idx="12"/>
          </p:nvPr>
        </p:nvSpPr>
        <p:spPr/>
        <p:txBody>
          <a:bodyPr/>
          <a:lstStyle/>
          <a:p>
            <a:fld id="{4A856E3D-56DC-4B28-86DF-01EEC2A754BF}" type="slidenum">
              <a:rPr lang="en-IN" smtClean="0"/>
              <a:t>‹#›</a:t>
            </a:fld>
            <a:endParaRPr lang="en-IN"/>
          </a:p>
        </p:txBody>
      </p:sp>
    </p:spTree>
    <p:extLst>
      <p:ext uri="{BB962C8B-B14F-4D97-AF65-F5344CB8AC3E}">
        <p14:creationId xmlns:p14="http://schemas.microsoft.com/office/powerpoint/2010/main" val="27695082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AB7E61D-0C36-1468-A01D-36A285F4392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3A2D5DD-82C5-F64C-D310-CE0012326B5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8A352B5-4D6F-CAE6-03C9-B13439ED1828}"/>
              </a:ext>
            </a:extLst>
          </p:cNvPr>
          <p:cNvSpPr>
            <a:spLocks noGrp="1"/>
          </p:cNvSpPr>
          <p:nvPr>
            <p:ph type="dt" sz="half" idx="10"/>
          </p:nvPr>
        </p:nvSpPr>
        <p:spPr/>
        <p:txBody>
          <a:bodyPr/>
          <a:lstStyle/>
          <a:p>
            <a:fld id="{44F1B7C8-E7B6-4BE7-BF99-F365C0EE82AC}" type="datetimeFigureOut">
              <a:rPr lang="en-IN" smtClean="0"/>
              <a:t>17-12-2025</a:t>
            </a:fld>
            <a:endParaRPr lang="en-IN"/>
          </a:p>
        </p:txBody>
      </p:sp>
      <p:sp>
        <p:nvSpPr>
          <p:cNvPr id="5" name="Footer Placeholder 4">
            <a:extLst>
              <a:ext uri="{FF2B5EF4-FFF2-40B4-BE49-F238E27FC236}">
                <a16:creationId xmlns:a16="http://schemas.microsoft.com/office/drawing/2014/main" id="{42025898-3D9C-FFD8-0F06-5180425681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37D1584-DBE6-2186-0B7B-DD06AD453D15}"/>
              </a:ext>
            </a:extLst>
          </p:cNvPr>
          <p:cNvSpPr>
            <a:spLocks noGrp="1"/>
          </p:cNvSpPr>
          <p:nvPr>
            <p:ph type="sldNum" sz="quarter" idx="12"/>
          </p:nvPr>
        </p:nvSpPr>
        <p:spPr/>
        <p:txBody>
          <a:bodyPr/>
          <a:lstStyle/>
          <a:p>
            <a:fld id="{4A856E3D-56DC-4B28-86DF-01EEC2A754BF}" type="slidenum">
              <a:rPr lang="en-IN" smtClean="0"/>
              <a:t>‹#›</a:t>
            </a:fld>
            <a:endParaRPr lang="en-IN"/>
          </a:p>
        </p:txBody>
      </p:sp>
    </p:spTree>
    <p:extLst>
      <p:ext uri="{BB962C8B-B14F-4D97-AF65-F5344CB8AC3E}">
        <p14:creationId xmlns:p14="http://schemas.microsoft.com/office/powerpoint/2010/main" val="26562515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F8CC9E-BA5A-D34E-1A98-2D68FAD9144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B0E5501-791E-39D1-C5E2-F2BAC73670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9BAEF02-7D73-2E3C-94BB-8233E550F1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4F1B7C8-E7B6-4BE7-BF99-F365C0EE82AC}" type="datetimeFigureOut">
              <a:rPr lang="en-IN" smtClean="0"/>
              <a:t>17-12-2025</a:t>
            </a:fld>
            <a:endParaRPr lang="en-IN"/>
          </a:p>
        </p:txBody>
      </p:sp>
      <p:sp>
        <p:nvSpPr>
          <p:cNvPr id="5" name="Footer Placeholder 4">
            <a:extLst>
              <a:ext uri="{FF2B5EF4-FFF2-40B4-BE49-F238E27FC236}">
                <a16:creationId xmlns:a16="http://schemas.microsoft.com/office/drawing/2014/main" id="{0D80A6B8-7015-2C91-DBF0-0BFD13D0853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D9D53B3C-6812-8224-29A5-33B700AEBF3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A856E3D-56DC-4B28-86DF-01EEC2A754BF}" type="slidenum">
              <a:rPr lang="en-IN" smtClean="0"/>
              <a:t>‹#›</a:t>
            </a:fld>
            <a:endParaRPr lang="en-IN"/>
          </a:p>
        </p:txBody>
      </p:sp>
    </p:spTree>
    <p:extLst>
      <p:ext uri="{BB962C8B-B14F-4D97-AF65-F5344CB8AC3E}">
        <p14:creationId xmlns:p14="http://schemas.microsoft.com/office/powerpoint/2010/main" val="24209070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hyperlink" Target="https://github.com/facebookresearch/faiss" TargetMode="External"/><Relationship Id="rId2" Type="http://schemas.openxmlformats.org/officeDocument/2006/relationships/hyperlink" Target="https://arxiv.org/abs/2005.11401" TargetMode="External"/><Relationship Id="rId1" Type="http://schemas.openxmlformats.org/officeDocument/2006/relationships/slideLayout" Target="../slideLayouts/slideLayout7.xml"/><Relationship Id="rId4" Type="http://schemas.openxmlformats.org/officeDocument/2006/relationships/hyperlink" Target="https://docs.streamlit.io/"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8FEEF5-98A7-BE94-E642-5F102A9BD697}"/>
            </a:ext>
          </a:extLst>
        </p:cNvPr>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C9608A7D-48BD-5F6C-7F41-5307B5A3ED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88779855-11B2-B2BE-E3DE-A3C86793B0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7388" y="181576"/>
            <a:ext cx="11823637" cy="650108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936C3FE3-D20C-05AC-7640-02F9D6E9140B}"/>
              </a:ext>
            </a:extLst>
          </p:cNvPr>
          <p:cNvSpPr txBox="1">
            <a:spLocks/>
          </p:cNvSpPr>
          <p:nvPr/>
        </p:nvSpPr>
        <p:spPr>
          <a:xfrm>
            <a:off x="1011866" y="733060"/>
            <a:ext cx="10165218" cy="1847030"/>
          </a:xfrm>
          <a:prstGeom prst="rect">
            <a:avLst/>
          </a:prstGeom>
        </p:spPr>
        <p:txBody>
          <a:bodyPr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4000" dirty="0">
                <a:solidFill>
                  <a:schemeClr val="bg1"/>
                </a:solidFill>
              </a:rPr>
              <a:t>Procurement Companion</a:t>
            </a:r>
          </a:p>
          <a:p>
            <a:pPr algn="ctr"/>
            <a:endParaRPr lang="en-IN" sz="4000" dirty="0">
              <a:solidFill>
                <a:schemeClr val="bg1"/>
              </a:solidFill>
            </a:endParaRPr>
          </a:p>
          <a:p>
            <a:pPr algn="ctr"/>
            <a:r>
              <a:rPr lang="en-IN" sz="4000" dirty="0">
                <a:solidFill>
                  <a:schemeClr val="bg1"/>
                </a:solidFill>
              </a:rPr>
              <a:t>Novartis </a:t>
            </a:r>
          </a:p>
        </p:txBody>
      </p:sp>
      <p:sp>
        <p:nvSpPr>
          <p:cNvPr id="6" name="Title 1">
            <a:extLst>
              <a:ext uri="{FF2B5EF4-FFF2-40B4-BE49-F238E27FC236}">
                <a16:creationId xmlns:a16="http://schemas.microsoft.com/office/drawing/2014/main" id="{6B064A2D-94A3-E6C8-4684-E9BB018B7FE5}"/>
              </a:ext>
            </a:extLst>
          </p:cNvPr>
          <p:cNvSpPr txBox="1">
            <a:spLocks/>
          </p:cNvSpPr>
          <p:nvPr/>
        </p:nvSpPr>
        <p:spPr>
          <a:xfrm>
            <a:off x="1011866" y="3131573"/>
            <a:ext cx="10165218" cy="2551471"/>
          </a:xfrm>
          <a:prstGeom prst="rect">
            <a:avLst/>
          </a:prstGeom>
        </p:spPr>
        <p:txBody>
          <a:bodyPr anchor="b">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10000"/>
              </a:lnSpc>
            </a:pPr>
            <a:r>
              <a:rPr lang="en-IN" sz="4000" dirty="0">
                <a:solidFill>
                  <a:schemeClr val="bg1"/>
                </a:solidFill>
              </a:rPr>
              <a:t>Nikhil S G</a:t>
            </a:r>
          </a:p>
          <a:p>
            <a:pPr algn="ctr">
              <a:lnSpc>
                <a:spcPct val="110000"/>
              </a:lnSpc>
            </a:pPr>
            <a:endParaRPr lang="en-IN" sz="4000" dirty="0">
              <a:solidFill>
                <a:schemeClr val="bg1"/>
              </a:solidFill>
            </a:endParaRPr>
          </a:p>
          <a:p>
            <a:pPr algn="ctr">
              <a:lnSpc>
                <a:spcPct val="110000"/>
              </a:lnSpc>
            </a:pPr>
            <a:r>
              <a:rPr lang="en-IN" sz="4000" dirty="0">
                <a:solidFill>
                  <a:schemeClr val="bg1"/>
                </a:solidFill>
              </a:rPr>
              <a:t> 241058024</a:t>
            </a:r>
          </a:p>
          <a:p>
            <a:pPr algn="ctr">
              <a:lnSpc>
                <a:spcPct val="110000"/>
              </a:lnSpc>
            </a:pPr>
            <a:endParaRPr lang="en-IN" sz="4000" dirty="0">
              <a:solidFill>
                <a:schemeClr val="bg1"/>
              </a:solidFill>
            </a:endParaRPr>
          </a:p>
          <a:p>
            <a:pPr algn="ctr">
              <a:lnSpc>
                <a:spcPct val="110000"/>
              </a:lnSpc>
            </a:pPr>
            <a:r>
              <a:rPr lang="en-IN" sz="4000" dirty="0">
                <a:solidFill>
                  <a:schemeClr val="bg1"/>
                </a:solidFill>
              </a:rPr>
              <a:t>  Project Start Date : 08/07/2025</a:t>
            </a:r>
          </a:p>
        </p:txBody>
      </p:sp>
    </p:spTree>
    <p:extLst>
      <p:ext uri="{BB962C8B-B14F-4D97-AF65-F5344CB8AC3E}">
        <p14:creationId xmlns:p14="http://schemas.microsoft.com/office/powerpoint/2010/main" val="18832328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3C875-EA68-6756-36F2-1D6BACF0A365}"/>
            </a:ext>
          </a:extLst>
        </p:cNvPr>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FAAACCFF-5ECB-20DA-1B5E-EC92E517D4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E4A6248-5F4D-6BD0-0D22-FF43B5CD97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7388" y="181576"/>
            <a:ext cx="11823637" cy="650108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31D6156-9614-884A-30EE-74EC7D3C6E24}"/>
              </a:ext>
            </a:extLst>
          </p:cNvPr>
          <p:cNvSpPr txBox="1">
            <a:spLocks/>
          </p:cNvSpPr>
          <p:nvPr/>
        </p:nvSpPr>
        <p:spPr>
          <a:xfrm>
            <a:off x="1011866" y="442452"/>
            <a:ext cx="10165218" cy="775314"/>
          </a:xfrm>
          <a:prstGeom prst="rect">
            <a:avLst/>
          </a:prstGeom>
        </p:spPr>
        <p:txBody>
          <a:bodyPr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a:solidFill>
                  <a:srgbClr val="FFFFFF"/>
                </a:solidFill>
              </a:rPr>
              <a:t>Key Contacts</a:t>
            </a:r>
            <a:endParaRPr lang="en-IN" sz="4000" dirty="0">
              <a:solidFill>
                <a:srgbClr val="FFFFFF"/>
              </a:solidFill>
            </a:endParaRPr>
          </a:p>
        </p:txBody>
      </p:sp>
      <p:graphicFrame>
        <p:nvGraphicFramePr>
          <p:cNvPr id="5" name="Table 4">
            <a:extLst>
              <a:ext uri="{FF2B5EF4-FFF2-40B4-BE49-F238E27FC236}">
                <a16:creationId xmlns:a16="http://schemas.microsoft.com/office/drawing/2014/main" id="{48243171-4FC4-4060-593B-8055F2273C04}"/>
              </a:ext>
            </a:extLst>
          </p:cNvPr>
          <p:cNvGraphicFramePr>
            <a:graphicFrameLocks noGrp="1"/>
          </p:cNvGraphicFramePr>
          <p:nvPr>
            <p:extLst>
              <p:ext uri="{D42A27DB-BD31-4B8C-83A1-F6EECF244321}">
                <p14:modId xmlns:p14="http://schemas.microsoft.com/office/powerpoint/2010/main" val="2701218933"/>
              </p:ext>
            </p:extLst>
          </p:nvPr>
        </p:nvGraphicFramePr>
        <p:xfrm>
          <a:off x="2615273" y="2340181"/>
          <a:ext cx="7233705" cy="1534160"/>
        </p:xfrm>
        <a:graphic>
          <a:graphicData uri="http://schemas.openxmlformats.org/drawingml/2006/table">
            <a:tbl>
              <a:tblPr firstRow="1" bandRow="1">
                <a:effectLst/>
                <a:tableStyleId>{5C22544A-7EE6-4342-B048-85BDC9FD1C3A}</a:tableStyleId>
              </a:tblPr>
              <a:tblGrid>
                <a:gridCol w="3438454">
                  <a:extLst>
                    <a:ext uri="{9D8B030D-6E8A-4147-A177-3AD203B41FA5}">
                      <a16:colId xmlns:a16="http://schemas.microsoft.com/office/drawing/2014/main" val="2597090840"/>
                    </a:ext>
                  </a:extLst>
                </a:gridCol>
                <a:gridCol w="3795251">
                  <a:extLst>
                    <a:ext uri="{9D8B030D-6E8A-4147-A177-3AD203B41FA5}">
                      <a16:colId xmlns:a16="http://schemas.microsoft.com/office/drawing/2014/main" val="2946147629"/>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b="1" kern="1200" dirty="0">
                          <a:solidFill>
                            <a:schemeClr val="bg1">
                              <a:lumMod val="95000"/>
                            </a:schemeClr>
                          </a:solidFill>
                          <a:latin typeface="+mn-lt"/>
                          <a:ea typeface="+mn-ea"/>
                          <a:cs typeface="+mn-cs"/>
                        </a:rPr>
                        <a:t>HR Details:</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solidFill>
                            <a:srgbClr val="FFFFFF"/>
                          </a:solidFill>
                        </a:rPr>
                        <a:t>Guide at Industry : </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496999243"/>
                  </a:ext>
                </a:extLst>
              </a:tr>
              <a:tr h="370840">
                <a:tc>
                  <a:txBody>
                    <a:bodyPr/>
                    <a:lstStyle/>
                    <a:p>
                      <a:pPr algn="ctr"/>
                      <a:r>
                        <a:rPr lang="en-IN" sz="2000" dirty="0">
                          <a:solidFill>
                            <a:srgbClr val="FFFFFF"/>
                          </a:solidFill>
                        </a:rPr>
                        <a:t>Karuna Shettennavar </a:t>
                      </a:r>
                      <a:endParaRPr lang="en-IN" sz="2000"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dirty="0">
                          <a:solidFill>
                            <a:srgbClr val="FFFFFF"/>
                          </a:solidFill>
                        </a:rPr>
                        <a:t>Deepti Bandi</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73673169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600" dirty="0">
                          <a:solidFill>
                            <a:srgbClr val="FFFFFF"/>
                          </a:solidFill>
                        </a:rPr>
                        <a:t>Talent Acquisition BP Early Talent</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solidFill>
                  </a:tcPr>
                </a:tc>
                <a:tc>
                  <a:txBody>
                    <a:bodyPr/>
                    <a:lstStyle/>
                    <a:p>
                      <a:pPr algn="ctr"/>
                      <a:r>
                        <a:rPr lang="en-US" sz="1600" dirty="0">
                          <a:solidFill>
                            <a:srgbClr val="FFFFFF"/>
                          </a:solidFill>
                        </a:rPr>
                        <a:t>Proc. Team Manager -Analytics&amp;Insights</a:t>
                      </a:r>
                      <a:endParaRPr lang="en-IN" sz="16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411008385"/>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600" dirty="0">
                          <a:solidFill>
                            <a:srgbClr val="FFFFFF"/>
                          </a:solidFill>
                        </a:rPr>
                        <a:t>CoE Talent Acquisition 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solidFill>
                  </a:tcPr>
                </a:tc>
                <a:tc>
                  <a:txBody>
                    <a:bodyPr/>
                    <a:lstStyle/>
                    <a:p>
                      <a:pPr algn="ctr"/>
                      <a:r>
                        <a:rPr lang="en-US" sz="1600" dirty="0">
                          <a:solidFill>
                            <a:srgbClr val="FFFFFF"/>
                          </a:solidFill>
                        </a:rPr>
                        <a:t>Procurement Governance &amp; Processes</a:t>
                      </a:r>
                      <a:endParaRPr lang="en-IN" sz="16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4221626785"/>
                  </a:ext>
                </a:extLst>
              </a:tr>
            </a:tbl>
          </a:graphicData>
        </a:graphic>
      </p:graphicFrame>
      <p:grpSp>
        <p:nvGrpSpPr>
          <p:cNvPr id="7" name="Group 6">
            <a:extLst>
              <a:ext uri="{FF2B5EF4-FFF2-40B4-BE49-F238E27FC236}">
                <a16:creationId xmlns:a16="http://schemas.microsoft.com/office/drawing/2014/main" id="{DA455F7F-602F-FD77-A4E5-5FB4BFD8CEBE}"/>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0154385" y="4452524"/>
            <a:ext cx="1443404" cy="1443428"/>
            <a:chOff x="10154385" y="4452524"/>
            <a:chExt cx="1443404" cy="1443428"/>
          </a:xfrm>
          <a:solidFill>
            <a:schemeClr val="bg1"/>
          </a:solidFill>
        </p:grpSpPr>
        <p:grpSp>
          <p:nvGrpSpPr>
            <p:cNvPr id="8" name="Graphic 4">
              <a:extLst>
                <a:ext uri="{FF2B5EF4-FFF2-40B4-BE49-F238E27FC236}">
                  <a16:creationId xmlns:a16="http://schemas.microsoft.com/office/drawing/2014/main" id="{B594E159-4EFB-3B86-6805-EADB8A813A3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0154385" y="4452524"/>
              <a:ext cx="1443404" cy="1443428"/>
              <a:chOff x="5734037" y="3067039"/>
              <a:chExt cx="724483" cy="724489"/>
            </a:xfrm>
            <a:grpFill/>
          </p:grpSpPr>
          <p:sp>
            <p:nvSpPr>
              <p:cNvPr id="185" name="Freeform: Shape 184">
                <a:extLst>
                  <a:ext uri="{FF2B5EF4-FFF2-40B4-BE49-F238E27FC236}">
                    <a16:creationId xmlns:a16="http://schemas.microsoft.com/office/drawing/2014/main" id="{1F4A427F-752A-7C2D-D7AB-7A9AFFDF83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86" name="Freeform: Shape 185">
                <a:extLst>
                  <a:ext uri="{FF2B5EF4-FFF2-40B4-BE49-F238E27FC236}">
                    <a16:creationId xmlns:a16="http://schemas.microsoft.com/office/drawing/2014/main" id="{E9C2A4BD-0379-F623-A6F6-6C635EA772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87" name="Freeform: Shape 186">
                <a:extLst>
                  <a:ext uri="{FF2B5EF4-FFF2-40B4-BE49-F238E27FC236}">
                    <a16:creationId xmlns:a16="http://schemas.microsoft.com/office/drawing/2014/main" id="{1AC2D49C-AC1D-7F72-1C99-091C3010FC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88" name="Freeform: Shape 187">
                <a:extLst>
                  <a:ext uri="{FF2B5EF4-FFF2-40B4-BE49-F238E27FC236}">
                    <a16:creationId xmlns:a16="http://schemas.microsoft.com/office/drawing/2014/main" id="{73A1C65E-8ABA-F907-634D-9041C2EFB7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89" name="Freeform: Shape 188">
                <a:extLst>
                  <a:ext uri="{FF2B5EF4-FFF2-40B4-BE49-F238E27FC236}">
                    <a16:creationId xmlns:a16="http://schemas.microsoft.com/office/drawing/2014/main" id="{38BA1875-6A3F-5971-E230-1001614D7E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0" name="Freeform: Shape 189">
                <a:extLst>
                  <a:ext uri="{FF2B5EF4-FFF2-40B4-BE49-F238E27FC236}">
                    <a16:creationId xmlns:a16="http://schemas.microsoft.com/office/drawing/2014/main" id="{03F6B88E-D363-D199-8D6D-F326476FE7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91" name="Freeform: Shape 190">
                <a:extLst>
                  <a:ext uri="{FF2B5EF4-FFF2-40B4-BE49-F238E27FC236}">
                    <a16:creationId xmlns:a16="http://schemas.microsoft.com/office/drawing/2014/main" id="{922576F5-7440-921B-8C6D-2C55B1965E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2" name="Freeform: Shape 191">
                <a:extLst>
                  <a:ext uri="{FF2B5EF4-FFF2-40B4-BE49-F238E27FC236}">
                    <a16:creationId xmlns:a16="http://schemas.microsoft.com/office/drawing/2014/main" id="{2C00C9BE-5D7D-10E1-81B1-897F32CC84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93" name="Freeform: Shape 192">
                <a:extLst>
                  <a:ext uri="{FF2B5EF4-FFF2-40B4-BE49-F238E27FC236}">
                    <a16:creationId xmlns:a16="http://schemas.microsoft.com/office/drawing/2014/main" id="{733661FB-A01E-0892-8D11-4857C33883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94" name="Freeform: Shape 193">
                <a:extLst>
                  <a:ext uri="{FF2B5EF4-FFF2-40B4-BE49-F238E27FC236}">
                    <a16:creationId xmlns:a16="http://schemas.microsoft.com/office/drawing/2014/main" id="{8F28F78D-9B10-C880-002F-0C02144075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95" name="Freeform: Shape 194">
                <a:extLst>
                  <a:ext uri="{FF2B5EF4-FFF2-40B4-BE49-F238E27FC236}">
                    <a16:creationId xmlns:a16="http://schemas.microsoft.com/office/drawing/2014/main" id="{CAE595A1-03E3-63B3-679C-B18E957D5E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96" name="Freeform: Shape 195">
                <a:extLst>
                  <a:ext uri="{FF2B5EF4-FFF2-40B4-BE49-F238E27FC236}">
                    <a16:creationId xmlns:a16="http://schemas.microsoft.com/office/drawing/2014/main" id="{DDE64F30-513B-1014-85F0-FB635A468B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97" name="Freeform: Shape 196">
                <a:extLst>
                  <a:ext uri="{FF2B5EF4-FFF2-40B4-BE49-F238E27FC236}">
                    <a16:creationId xmlns:a16="http://schemas.microsoft.com/office/drawing/2014/main" id="{A3319D02-0992-A7F3-E6E6-AA919E64A1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8" name="Freeform: Shape 197">
                <a:extLst>
                  <a:ext uri="{FF2B5EF4-FFF2-40B4-BE49-F238E27FC236}">
                    <a16:creationId xmlns:a16="http://schemas.microsoft.com/office/drawing/2014/main" id="{0C826F55-B654-96B6-40D4-0616138B4A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99" name="Freeform: Shape 198">
                <a:extLst>
                  <a:ext uri="{FF2B5EF4-FFF2-40B4-BE49-F238E27FC236}">
                    <a16:creationId xmlns:a16="http://schemas.microsoft.com/office/drawing/2014/main" id="{27439FBF-5BE0-50C6-834C-55BEEE9A53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00" name="Freeform: Shape 199">
                <a:extLst>
                  <a:ext uri="{FF2B5EF4-FFF2-40B4-BE49-F238E27FC236}">
                    <a16:creationId xmlns:a16="http://schemas.microsoft.com/office/drawing/2014/main" id="{D8EA8C7A-00F7-B1B4-B555-EF9E93A289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01" name="Freeform: Shape 200">
                <a:extLst>
                  <a:ext uri="{FF2B5EF4-FFF2-40B4-BE49-F238E27FC236}">
                    <a16:creationId xmlns:a16="http://schemas.microsoft.com/office/drawing/2014/main" id="{82B10C06-3EA6-3E84-2549-2CB3BBAF57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02" name="Freeform: Shape 201">
                <a:extLst>
                  <a:ext uri="{FF2B5EF4-FFF2-40B4-BE49-F238E27FC236}">
                    <a16:creationId xmlns:a16="http://schemas.microsoft.com/office/drawing/2014/main" id="{B8F6634A-800F-3F33-A663-347D796F6C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03" name="Freeform: Shape 202">
                <a:extLst>
                  <a:ext uri="{FF2B5EF4-FFF2-40B4-BE49-F238E27FC236}">
                    <a16:creationId xmlns:a16="http://schemas.microsoft.com/office/drawing/2014/main" id="{02734B5B-B844-6594-BBEA-F49BFD73B8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04" name="Freeform: Shape 203">
                <a:extLst>
                  <a:ext uri="{FF2B5EF4-FFF2-40B4-BE49-F238E27FC236}">
                    <a16:creationId xmlns:a16="http://schemas.microsoft.com/office/drawing/2014/main" id="{9B789A4F-58E2-7D36-96C2-FB189A1D0A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05" name="Freeform: Shape 204">
                <a:extLst>
                  <a:ext uri="{FF2B5EF4-FFF2-40B4-BE49-F238E27FC236}">
                    <a16:creationId xmlns:a16="http://schemas.microsoft.com/office/drawing/2014/main" id="{44AEB426-9CA2-1B9B-6FCE-E22AED1538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06" name="Freeform: Shape 205">
                <a:extLst>
                  <a:ext uri="{FF2B5EF4-FFF2-40B4-BE49-F238E27FC236}">
                    <a16:creationId xmlns:a16="http://schemas.microsoft.com/office/drawing/2014/main" id="{4E3C6BFE-2EF7-C821-F1E5-A19A2ED3FD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07" name="Freeform: Shape 206">
                <a:extLst>
                  <a:ext uri="{FF2B5EF4-FFF2-40B4-BE49-F238E27FC236}">
                    <a16:creationId xmlns:a16="http://schemas.microsoft.com/office/drawing/2014/main" id="{5BEF4E5C-5BAF-6C16-FA44-29B4A4CEE4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8" name="Freeform: Shape 207">
                <a:extLst>
                  <a:ext uri="{FF2B5EF4-FFF2-40B4-BE49-F238E27FC236}">
                    <a16:creationId xmlns:a16="http://schemas.microsoft.com/office/drawing/2014/main" id="{77C3B2AA-F9D1-6517-C5C2-AF41306BC9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9" name="Freeform: Shape 208">
                <a:extLst>
                  <a:ext uri="{FF2B5EF4-FFF2-40B4-BE49-F238E27FC236}">
                    <a16:creationId xmlns:a16="http://schemas.microsoft.com/office/drawing/2014/main" id="{8FF3B8CE-F8C7-EC99-ADC5-324E0F9CAC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0" name="Freeform: Shape 209">
                <a:extLst>
                  <a:ext uri="{FF2B5EF4-FFF2-40B4-BE49-F238E27FC236}">
                    <a16:creationId xmlns:a16="http://schemas.microsoft.com/office/drawing/2014/main" id="{6EE23DA2-EC90-99E3-46B9-8E15A0CACB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1" name="Freeform: Shape 210">
                <a:extLst>
                  <a:ext uri="{FF2B5EF4-FFF2-40B4-BE49-F238E27FC236}">
                    <a16:creationId xmlns:a16="http://schemas.microsoft.com/office/drawing/2014/main" id="{F759AB76-5DE5-6658-2233-96108B6E52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2" name="Freeform: Shape 211">
                <a:extLst>
                  <a:ext uri="{FF2B5EF4-FFF2-40B4-BE49-F238E27FC236}">
                    <a16:creationId xmlns:a16="http://schemas.microsoft.com/office/drawing/2014/main" id="{FA65963A-3B0E-C8C9-405D-DA27D3F805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3" name="Freeform: Shape 212">
                <a:extLst>
                  <a:ext uri="{FF2B5EF4-FFF2-40B4-BE49-F238E27FC236}">
                    <a16:creationId xmlns:a16="http://schemas.microsoft.com/office/drawing/2014/main" id="{59B8354B-9B74-654A-091D-ADDD628A65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14" name="Freeform: Shape 213">
                <a:extLst>
                  <a:ext uri="{FF2B5EF4-FFF2-40B4-BE49-F238E27FC236}">
                    <a16:creationId xmlns:a16="http://schemas.microsoft.com/office/drawing/2014/main" id="{488E0BBC-20D3-836B-0A32-F633A40C48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5" name="Freeform: Shape 214">
                <a:extLst>
                  <a:ext uri="{FF2B5EF4-FFF2-40B4-BE49-F238E27FC236}">
                    <a16:creationId xmlns:a16="http://schemas.microsoft.com/office/drawing/2014/main" id="{6FE1B315-0870-82C5-970A-99F2A48AD2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6" name="Freeform: Shape 215">
                <a:extLst>
                  <a:ext uri="{FF2B5EF4-FFF2-40B4-BE49-F238E27FC236}">
                    <a16:creationId xmlns:a16="http://schemas.microsoft.com/office/drawing/2014/main" id="{2B32FD30-F598-BAA4-8590-1E24728241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7" name="Freeform: Shape 216">
                <a:extLst>
                  <a:ext uri="{FF2B5EF4-FFF2-40B4-BE49-F238E27FC236}">
                    <a16:creationId xmlns:a16="http://schemas.microsoft.com/office/drawing/2014/main" id="{2BAD2E2A-17C3-10B8-FBF1-F1FD607D9A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8" name="Freeform: Shape 217">
                <a:extLst>
                  <a:ext uri="{FF2B5EF4-FFF2-40B4-BE49-F238E27FC236}">
                    <a16:creationId xmlns:a16="http://schemas.microsoft.com/office/drawing/2014/main" id="{44D36010-DC1A-496F-BFA9-645D77B2FF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9" name="Freeform: Shape 218">
                <a:extLst>
                  <a:ext uri="{FF2B5EF4-FFF2-40B4-BE49-F238E27FC236}">
                    <a16:creationId xmlns:a16="http://schemas.microsoft.com/office/drawing/2014/main" id="{7451F82E-7B2D-550C-0F34-D4FCD597AE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0" name="Freeform: Shape 219">
                <a:extLst>
                  <a:ext uri="{FF2B5EF4-FFF2-40B4-BE49-F238E27FC236}">
                    <a16:creationId xmlns:a16="http://schemas.microsoft.com/office/drawing/2014/main" id="{ED3A8F8E-F851-202B-9B08-6818844AD3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21" name="Freeform: Shape 220">
                <a:extLst>
                  <a:ext uri="{FF2B5EF4-FFF2-40B4-BE49-F238E27FC236}">
                    <a16:creationId xmlns:a16="http://schemas.microsoft.com/office/drawing/2014/main" id="{B418E976-050F-9830-47EB-3CE2298C6D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22" name="Freeform: Shape 221">
                <a:extLst>
                  <a:ext uri="{FF2B5EF4-FFF2-40B4-BE49-F238E27FC236}">
                    <a16:creationId xmlns:a16="http://schemas.microsoft.com/office/drawing/2014/main" id="{5E45B60D-0700-9F8F-DC74-114A1421EA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23" name="Freeform: Shape 222">
                <a:extLst>
                  <a:ext uri="{FF2B5EF4-FFF2-40B4-BE49-F238E27FC236}">
                    <a16:creationId xmlns:a16="http://schemas.microsoft.com/office/drawing/2014/main" id="{F9271CA5-2445-B442-55F7-62483BDE17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24" name="Freeform: Shape 223">
                <a:extLst>
                  <a:ext uri="{FF2B5EF4-FFF2-40B4-BE49-F238E27FC236}">
                    <a16:creationId xmlns:a16="http://schemas.microsoft.com/office/drawing/2014/main" id="{A0E35CF7-E9BB-4E73-E4DF-60883D5DAF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25" name="Freeform: Shape 224">
                <a:extLst>
                  <a:ext uri="{FF2B5EF4-FFF2-40B4-BE49-F238E27FC236}">
                    <a16:creationId xmlns:a16="http://schemas.microsoft.com/office/drawing/2014/main" id="{D440830B-F01E-9A5E-BAAA-FC924A99FC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6" name="Freeform: Shape 225">
                <a:extLst>
                  <a:ext uri="{FF2B5EF4-FFF2-40B4-BE49-F238E27FC236}">
                    <a16:creationId xmlns:a16="http://schemas.microsoft.com/office/drawing/2014/main" id="{C55C52E2-0F2E-46AC-C8D0-345736CB92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27" name="Freeform: Shape 226">
                <a:extLst>
                  <a:ext uri="{FF2B5EF4-FFF2-40B4-BE49-F238E27FC236}">
                    <a16:creationId xmlns:a16="http://schemas.microsoft.com/office/drawing/2014/main" id="{F0AC104B-2AF0-B384-1390-415B978435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28" name="Freeform: Shape 227">
                <a:extLst>
                  <a:ext uri="{FF2B5EF4-FFF2-40B4-BE49-F238E27FC236}">
                    <a16:creationId xmlns:a16="http://schemas.microsoft.com/office/drawing/2014/main" id="{7A85C619-00FE-C5DA-27E7-0780EA8068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9" name="Freeform: Shape 228">
                <a:extLst>
                  <a:ext uri="{FF2B5EF4-FFF2-40B4-BE49-F238E27FC236}">
                    <a16:creationId xmlns:a16="http://schemas.microsoft.com/office/drawing/2014/main" id="{643439AE-D6B0-5016-8947-D84067F8DE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0" name="Freeform: Shape 229">
                <a:extLst>
                  <a:ext uri="{FF2B5EF4-FFF2-40B4-BE49-F238E27FC236}">
                    <a16:creationId xmlns:a16="http://schemas.microsoft.com/office/drawing/2014/main" id="{C3893592-D9D2-6BAF-91B7-0674321681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1" name="Freeform: Shape 230">
                <a:extLst>
                  <a:ext uri="{FF2B5EF4-FFF2-40B4-BE49-F238E27FC236}">
                    <a16:creationId xmlns:a16="http://schemas.microsoft.com/office/drawing/2014/main" id="{5B758636-C340-9837-6F75-5E243091D6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2" name="Freeform: Shape 231">
                <a:extLst>
                  <a:ext uri="{FF2B5EF4-FFF2-40B4-BE49-F238E27FC236}">
                    <a16:creationId xmlns:a16="http://schemas.microsoft.com/office/drawing/2014/main" id="{D8F25C2A-8CF1-2640-7ACA-8CC27C553F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3" name="Freeform: Shape 232">
                <a:extLst>
                  <a:ext uri="{FF2B5EF4-FFF2-40B4-BE49-F238E27FC236}">
                    <a16:creationId xmlns:a16="http://schemas.microsoft.com/office/drawing/2014/main" id="{9736050A-4EBC-DCAF-04B6-71C75F203B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4" name="Freeform: Shape 233">
                <a:extLst>
                  <a:ext uri="{FF2B5EF4-FFF2-40B4-BE49-F238E27FC236}">
                    <a16:creationId xmlns:a16="http://schemas.microsoft.com/office/drawing/2014/main" id="{637EF171-A0F0-C727-3217-1035B24587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35" name="Freeform: Shape 234">
                <a:extLst>
                  <a:ext uri="{FF2B5EF4-FFF2-40B4-BE49-F238E27FC236}">
                    <a16:creationId xmlns:a16="http://schemas.microsoft.com/office/drawing/2014/main" id="{58DE7695-1979-4F7B-6AFB-B921ED4FFA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36" name="Freeform: Shape 235">
                <a:extLst>
                  <a:ext uri="{FF2B5EF4-FFF2-40B4-BE49-F238E27FC236}">
                    <a16:creationId xmlns:a16="http://schemas.microsoft.com/office/drawing/2014/main" id="{471FE1CD-E1C3-5A47-C4EE-38C71837B6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237" name="Freeform: Shape 236">
                <a:extLst>
                  <a:ext uri="{FF2B5EF4-FFF2-40B4-BE49-F238E27FC236}">
                    <a16:creationId xmlns:a16="http://schemas.microsoft.com/office/drawing/2014/main" id="{A870C56E-D8ED-B44F-2DA5-E9A7728508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38" name="Freeform: Shape 237">
                <a:extLst>
                  <a:ext uri="{FF2B5EF4-FFF2-40B4-BE49-F238E27FC236}">
                    <a16:creationId xmlns:a16="http://schemas.microsoft.com/office/drawing/2014/main" id="{338D06AB-EE11-2559-C408-AED3F78774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239" name="Freeform: Shape 238">
                <a:extLst>
                  <a:ext uri="{FF2B5EF4-FFF2-40B4-BE49-F238E27FC236}">
                    <a16:creationId xmlns:a16="http://schemas.microsoft.com/office/drawing/2014/main" id="{0424D7ED-8699-B6B4-B3B7-2140B6BD59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40" name="Freeform: Shape 239">
                <a:extLst>
                  <a:ext uri="{FF2B5EF4-FFF2-40B4-BE49-F238E27FC236}">
                    <a16:creationId xmlns:a16="http://schemas.microsoft.com/office/drawing/2014/main" id="{E4E8768A-ACA8-8BE0-64BF-C70B4E7913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41" name="Freeform: Shape 240">
                <a:extLst>
                  <a:ext uri="{FF2B5EF4-FFF2-40B4-BE49-F238E27FC236}">
                    <a16:creationId xmlns:a16="http://schemas.microsoft.com/office/drawing/2014/main" id="{FC134B4C-144F-F37D-6A9C-A9C4C89E37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42" name="Freeform: Shape 241">
                <a:extLst>
                  <a:ext uri="{FF2B5EF4-FFF2-40B4-BE49-F238E27FC236}">
                    <a16:creationId xmlns:a16="http://schemas.microsoft.com/office/drawing/2014/main" id="{908160AF-B0A3-698B-8723-5B72665801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43" name="Freeform: Shape 242">
                <a:extLst>
                  <a:ext uri="{FF2B5EF4-FFF2-40B4-BE49-F238E27FC236}">
                    <a16:creationId xmlns:a16="http://schemas.microsoft.com/office/drawing/2014/main" id="{5DBB90BB-6A60-D11D-8C95-5248D2F1DD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44" name="Freeform: Shape 243">
                <a:extLst>
                  <a:ext uri="{FF2B5EF4-FFF2-40B4-BE49-F238E27FC236}">
                    <a16:creationId xmlns:a16="http://schemas.microsoft.com/office/drawing/2014/main" id="{76589741-851D-A4C3-442D-EEB1594421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45" name="Freeform: Shape 244">
                <a:extLst>
                  <a:ext uri="{FF2B5EF4-FFF2-40B4-BE49-F238E27FC236}">
                    <a16:creationId xmlns:a16="http://schemas.microsoft.com/office/drawing/2014/main" id="{4981684D-D4D8-0C37-E5DB-F5CAB7BA7C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6" name="Freeform: Shape 245">
                <a:extLst>
                  <a:ext uri="{FF2B5EF4-FFF2-40B4-BE49-F238E27FC236}">
                    <a16:creationId xmlns:a16="http://schemas.microsoft.com/office/drawing/2014/main" id="{9CD7D522-86F9-80CC-DD99-62B0EA498F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47" name="Freeform: Shape 246">
                <a:extLst>
                  <a:ext uri="{FF2B5EF4-FFF2-40B4-BE49-F238E27FC236}">
                    <a16:creationId xmlns:a16="http://schemas.microsoft.com/office/drawing/2014/main" id="{DD9E6C9D-7E0C-B870-67C8-F8CD6D2C65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48" name="Freeform: Shape 247">
                <a:extLst>
                  <a:ext uri="{FF2B5EF4-FFF2-40B4-BE49-F238E27FC236}">
                    <a16:creationId xmlns:a16="http://schemas.microsoft.com/office/drawing/2014/main" id="{CE789ACB-AB39-AACF-FB36-98152D4A41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49" name="Freeform: Shape 248">
                <a:extLst>
                  <a:ext uri="{FF2B5EF4-FFF2-40B4-BE49-F238E27FC236}">
                    <a16:creationId xmlns:a16="http://schemas.microsoft.com/office/drawing/2014/main" id="{85E102D1-0A18-A259-7624-4EBBAB359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0" name="Freeform: Shape 249">
                <a:extLst>
                  <a:ext uri="{FF2B5EF4-FFF2-40B4-BE49-F238E27FC236}">
                    <a16:creationId xmlns:a16="http://schemas.microsoft.com/office/drawing/2014/main" id="{07BED2F9-41BE-9530-04E4-02A07E743A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51" name="Freeform: Shape 250">
                <a:extLst>
                  <a:ext uri="{FF2B5EF4-FFF2-40B4-BE49-F238E27FC236}">
                    <a16:creationId xmlns:a16="http://schemas.microsoft.com/office/drawing/2014/main" id="{4593E406-38C9-EC2B-68A0-77C7999A9E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52" name="Freeform: Shape 251">
                <a:extLst>
                  <a:ext uri="{FF2B5EF4-FFF2-40B4-BE49-F238E27FC236}">
                    <a16:creationId xmlns:a16="http://schemas.microsoft.com/office/drawing/2014/main" id="{0215B5EC-07F9-F421-0916-747B826BF9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53" name="Freeform: Shape 252">
                <a:extLst>
                  <a:ext uri="{FF2B5EF4-FFF2-40B4-BE49-F238E27FC236}">
                    <a16:creationId xmlns:a16="http://schemas.microsoft.com/office/drawing/2014/main" id="{90E15E6A-B2B9-9336-F66A-249F076BFD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54" name="Freeform: Shape 253">
                <a:extLst>
                  <a:ext uri="{FF2B5EF4-FFF2-40B4-BE49-F238E27FC236}">
                    <a16:creationId xmlns:a16="http://schemas.microsoft.com/office/drawing/2014/main" id="{136023BE-5DAA-1C42-A767-5F74056A81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55" name="Freeform: Shape 254">
                <a:extLst>
                  <a:ext uri="{FF2B5EF4-FFF2-40B4-BE49-F238E27FC236}">
                    <a16:creationId xmlns:a16="http://schemas.microsoft.com/office/drawing/2014/main" id="{B950C0CB-780D-638B-523C-7438713706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56" name="Freeform: Shape 255">
                <a:extLst>
                  <a:ext uri="{FF2B5EF4-FFF2-40B4-BE49-F238E27FC236}">
                    <a16:creationId xmlns:a16="http://schemas.microsoft.com/office/drawing/2014/main" id="{19E30EDA-44D8-A453-B97B-A6249D295B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57" name="Freeform: Shape 256">
                <a:extLst>
                  <a:ext uri="{FF2B5EF4-FFF2-40B4-BE49-F238E27FC236}">
                    <a16:creationId xmlns:a16="http://schemas.microsoft.com/office/drawing/2014/main" id="{F150FF86-3439-75D7-D6D7-72C059FDF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8" name="Freeform: Shape 257">
                <a:extLst>
                  <a:ext uri="{FF2B5EF4-FFF2-40B4-BE49-F238E27FC236}">
                    <a16:creationId xmlns:a16="http://schemas.microsoft.com/office/drawing/2014/main" id="{6A573E3A-D464-B484-1BAC-5917ADC2A3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9" name="Freeform: Shape 258">
                <a:extLst>
                  <a:ext uri="{FF2B5EF4-FFF2-40B4-BE49-F238E27FC236}">
                    <a16:creationId xmlns:a16="http://schemas.microsoft.com/office/drawing/2014/main" id="{D3D60206-37BD-03BD-3E6F-B571AEF3F8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0" name="Freeform: Shape 259">
                <a:extLst>
                  <a:ext uri="{FF2B5EF4-FFF2-40B4-BE49-F238E27FC236}">
                    <a16:creationId xmlns:a16="http://schemas.microsoft.com/office/drawing/2014/main" id="{BA929C72-B6E6-B69C-B1A6-6DDAF5F296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61" name="Freeform: Shape 260">
                <a:extLst>
                  <a:ext uri="{FF2B5EF4-FFF2-40B4-BE49-F238E27FC236}">
                    <a16:creationId xmlns:a16="http://schemas.microsoft.com/office/drawing/2014/main" id="{2E527BF0-C592-49D1-4DED-A5B5721D19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2" name="Freeform: Shape 261">
                <a:extLst>
                  <a:ext uri="{FF2B5EF4-FFF2-40B4-BE49-F238E27FC236}">
                    <a16:creationId xmlns:a16="http://schemas.microsoft.com/office/drawing/2014/main" id="{58F9D06B-6173-5AF9-2F95-9E34AA3655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63" name="Freeform: Shape 262">
                <a:extLst>
                  <a:ext uri="{FF2B5EF4-FFF2-40B4-BE49-F238E27FC236}">
                    <a16:creationId xmlns:a16="http://schemas.microsoft.com/office/drawing/2014/main" id="{BD6528BE-44FB-79F1-893B-8BA1C13459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4" name="Freeform: Shape 263">
                <a:extLst>
                  <a:ext uri="{FF2B5EF4-FFF2-40B4-BE49-F238E27FC236}">
                    <a16:creationId xmlns:a16="http://schemas.microsoft.com/office/drawing/2014/main" id="{F21023A6-3D63-D114-5D5E-405AF305D9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5" name="Freeform: Shape 264">
                <a:extLst>
                  <a:ext uri="{FF2B5EF4-FFF2-40B4-BE49-F238E27FC236}">
                    <a16:creationId xmlns:a16="http://schemas.microsoft.com/office/drawing/2014/main" id="{FBCE4A66-B76B-5BC7-4188-EBC0C83618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6" name="Freeform: Shape 265">
                <a:extLst>
                  <a:ext uri="{FF2B5EF4-FFF2-40B4-BE49-F238E27FC236}">
                    <a16:creationId xmlns:a16="http://schemas.microsoft.com/office/drawing/2014/main" id="{2A500E1F-8177-24A6-1E6D-91EBA6B45A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67" name="Freeform: Shape 266">
                <a:extLst>
                  <a:ext uri="{FF2B5EF4-FFF2-40B4-BE49-F238E27FC236}">
                    <a16:creationId xmlns:a16="http://schemas.microsoft.com/office/drawing/2014/main" id="{80980663-F8B4-9572-869F-7F14B93789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8" name="Freeform: Shape 267">
                <a:extLst>
                  <a:ext uri="{FF2B5EF4-FFF2-40B4-BE49-F238E27FC236}">
                    <a16:creationId xmlns:a16="http://schemas.microsoft.com/office/drawing/2014/main" id="{D9B76D91-DCDC-9084-1999-11D80125BC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69" name="Freeform: Shape 268">
                <a:extLst>
                  <a:ext uri="{FF2B5EF4-FFF2-40B4-BE49-F238E27FC236}">
                    <a16:creationId xmlns:a16="http://schemas.microsoft.com/office/drawing/2014/main" id="{73357ACD-A042-6268-7593-C5D299CC8F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0" name="Freeform: Shape 269">
                <a:extLst>
                  <a:ext uri="{FF2B5EF4-FFF2-40B4-BE49-F238E27FC236}">
                    <a16:creationId xmlns:a16="http://schemas.microsoft.com/office/drawing/2014/main" id="{01A9CD76-B1A0-EA5F-97C6-8B86F8027E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1" name="Freeform: Shape 270">
                <a:extLst>
                  <a:ext uri="{FF2B5EF4-FFF2-40B4-BE49-F238E27FC236}">
                    <a16:creationId xmlns:a16="http://schemas.microsoft.com/office/drawing/2014/main" id="{656D946A-762B-2A84-6370-2EC95AF321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2" name="Freeform: Shape 271">
                <a:extLst>
                  <a:ext uri="{FF2B5EF4-FFF2-40B4-BE49-F238E27FC236}">
                    <a16:creationId xmlns:a16="http://schemas.microsoft.com/office/drawing/2014/main" id="{07220E5E-FEEE-6EDE-EA7B-49EDA51224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73" name="Freeform: Shape 272">
                <a:extLst>
                  <a:ext uri="{FF2B5EF4-FFF2-40B4-BE49-F238E27FC236}">
                    <a16:creationId xmlns:a16="http://schemas.microsoft.com/office/drawing/2014/main" id="{B7E85AA8-A301-0A99-45D4-F334B9B4B5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4" name="Freeform: Shape 273">
                <a:extLst>
                  <a:ext uri="{FF2B5EF4-FFF2-40B4-BE49-F238E27FC236}">
                    <a16:creationId xmlns:a16="http://schemas.microsoft.com/office/drawing/2014/main" id="{4BBF4320-FD95-48E8-6080-02E25EE002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75" name="Freeform: Shape 274">
                <a:extLst>
                  <a:ext uri="{FF2B5EF4-FFF2-40B4-BE49-F238E27FC236}">
                    <a16:creationId xmlns:a16="http://schemas.microsoft.com/office/drawing/2014/main" id="{5FA2BA5D-AF10-B7B2-5DFE-F9F3A3667D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6" name="Freeform: Shape 275">
                <a:extLst>
                  <a:ext uri="{FF2B5EF4-FFF2-40B4-BE49-F238E27FC236}">
                    <a16:creationId xmlns:a16="http://schemas.microsoft.com/office/drawing/2014/main" id="{4B3E5EA2-B184-FCB6-5B77-BCD2EE1420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77" name="Freeform: Shape 276">
                <a:extLst>
                  <a:ext uri="{FF2B5EF4-FFF2-40B4-BE49-F238E27FC236}">
                    <a16:creationId xmlns:a16="http://schemas.microsoft.com/office/drawing/2014/main" id="{EC50AC7A-68D4-674B-A4E7-4E3D84178D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78" name="Freeform: Shape 277">
                <a:extLst>
                  <a:ext uri="{FF2B5EF4-FFF2-40B4-BE49-F238E27FC236}">
                    <a16:creationId xmlns:a16="http://schemas.microsoft.com/office/drawing/2014/main" id="{106395AC-5C8E-19AA-3109-0A1E1E06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79" name="Freeform: Shape 278">
                <a:extLst>
                  <a:ext uri="{FF2B5EF4-FFF2-40B4-BE49-F238E27FC236}">
                    <a16:creationId xmlns:a16="http://schemas.microsoft.com/office/drawing/2014/main" id="{0E40AC1D-62C2-00AA-3D00-DC1262470C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0" name="Freeform: Shape 279">
                <a:extLst>
                  <a:ext uri="{FF2B5EF4-FFF2-40B4-BE49-F238E27FC236}">
                    <a16:creationId xmlns:a16="http://schemas.microsoft.com/office/drawing/2014/main" id="{3BCC7FA5-9526-9901-3D02-1B52354BC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1" name="Freeform: Shape 280">
                <a:extLst>
                  <a:ext uri="{FF2B5EF4-FFF2-40B4-BE49-F238E27FC236}">
                    <a16:creationId xmlns:a16="http://schemas.microsoft.com/office/drawing/2014/main" id="{82E02F6D-7CF1-62ED-1BF6-88EE7EEC59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82" name="Freeform: Shape 281">
                <a:extLst>
                  <a:ext uri="{FF2B5EF4-FFF2-40B4-BE49-F238E27FC236}">
                    <a16:creationId xmlns:a16="http://schemas.microsoft.com/office/drawing/2014/main" id="{2FC64729-56E3-1590-55FF-55DEA154E3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3" name="Freeform: Shape 282">
                <a:extLst>
                  <a:ext uri="{FF2B5EF4-FFF2-40B4-BE49-F238E27FC236}">
                    <a16:creationId xmlns:a16="http://schemas.microsoft.com/office/drawing/2014/main" id="{820C54A6-69B5-4C42-0621-795FFED5BA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84" name="Freeform: Shape 283">
                <a:extLst>
                  <a:ext uri="{FF2B5EF4-FFF2-40B4-BE49-F238E27FC236}">
                    <a16:creationId xmlns:a16="http://schemas.microsoft.com/office/drawing/2014/main" id="{08113E76-7E57-E592-04A4-1BCB32BB35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285" name="Freeform: Shape 284">
                <a:extLst>
                  <a:ext uri="{FF2B5EF4-FFF2-40B4-BE49-F238E27FC236}">
                    <a16:creationId xmlns:a16="http://schemas.microsoft.com/office/drawing/2014/main" id="{2A575ADD-0B9F-3B6E-6981-0D5976EE75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86" name="Freeform: Shape 285">
                <a:extLst>
                  <a:ext uri="{FF2B5EF4-FFF2-40B4-BE49-F238E27FC236}">
                    <a16:creationId xmlns:a16="http://schemas.microsoft.com/office/drawing/2014/main" id="{B2466583-AA68-19B6-80EB-0B2E60B55E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87" name="Freeform: Shape 286">
                <a:extLst>
                  <a:ext uri="{FF2B5EF4-FFF2-40B4-BE49-F238E27FC236}">
                    <a16:creationId xmlns:a16="http://schemas.microsoft.com/office/drawing/2014/main" id="{4E024701-EBC3-E1EC-5B12-104205102B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88" name="Freeform: Shape 287">
                <a:extLst>
                  <a:ext uri="{FF2B5EF4-FFF2-40B4-BE49-F238E27FC236}">
                    <a16:creationId xmlns:a16="http://schemas.microsoft.com/office/drawing/2014/main" id="{018080A1-B4C7-AE5B-7EB4-2B3713FD7F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289" name="Freeform: Shape 288">
                <a:extLst>
                  <a:ext uri="{FF2B5EF4-FFF2-40B4-BE49-F238E27FC236}">
                    <a16:creationId xmlns:a16="http://schemas.microsoft.com/office/drawing/2014/main" id="{30D82471-FA42-9318-E0E2-9AA46E9CF9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0" name="Freeform: Shape 289">
                <a:extLst>
                  <a:ext uri="{FF2B5EF4-FFF2-40B4-BE49-F238E27FC236}">
                    <a16:creationId xmlns:a16="http://schemas.microsoft.com/office/drawing/2014/main" id="{B606C2EF-7543-ED7C-3A37-6901D3E1CA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91" name="Freeform: Shape 290">
                <a:extLst>
                  <a:ext uri="{FF2B5EF4-FFF2-40B4-BE49-F238E27FC236}">
                    <a16:creationId xmlns:a16="http://schemas.microsoft.com/office/drawing/2014/main" id="{C8C08057-994B-6A74-2ABF-07F7A5074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2" name="Freeform: Shape 291">
                <a:extLst>
                  <a:ext uri="{FF2B5EF4-FFF2-40B4-BE49-F238E27FC236}">
                    <a16:creationId xmlns:a16="http://schemas.microsoft.com/office/drawing/2014/main" id="{2683C1D7-A56D-62FB-74AA-35B623195E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3" name="Freeform: Shape 292">
                <a:extLst>
                  <a:ext uri="{FF2B5EF4-FFF2-40B4-BE49-F238E27FC236}">
                    <a16:creationId xmlns:a16="http://schemas.microsoft.com/office/drawing/2014/main" id="{3155005D-A22B-90F0-4F1A-ED9ED5C482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4" name="Freeform: Shape 293">
                <a:extLst>
                  <a:ext uri="{FF2B5EF4-FFF2-40B4-BE49-F238E27FC236}">
                    <a16:creationId xmlns:a16="http://schemas.microsoft.com/office/drawing/2014/main" id="{94893398-D2D5-85B4-E561-0F6A177936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5" name="Freeform: Shape 294">
                <a:extLst>
                  <a:ext uri="{FF2B5EF4-FFF2-40B4-BE49-F238E27FC236}">
                    <a16:creationId xmlns:a16="http://schemas.microsoft.com/office/drawing/2014/main" id="{EAB7CAA5-86AA-2E70-4F07-E0DC188B2F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6" name="Freeform: Shape 295">
                <a:extLst>
                  <a:ext uri="{FF2B5EF4-FFF2-40B4-BE49-F238E27FC236}">
                    <a16:creationId xmlns:a16="http://schemas.microsoft.com/office/drawing/2014/main" id="{4D5E2B6A-3BDB-976F-FEE2-E15A38B371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7" name="Freeform: Shape 296">
                <a:extLst>
                  <a:ext uri="{FF2B5EF4-FFF2-40B4-BE49-F238E27FC236}">
                    <a16:creationId xmlns:a16="http://schemas.microsoft.com/office/drawing/2014/main" id="{2CD946C0-0716-0D52-60EA-699E920D54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98" name="Freeform: Shape 297">
                <a:extLst>
                  <a:ext uri="{FF2B5EF4-FFF2-40B4-BE49-F238E27FC236}">
                    <a16:creationId xmlns:a16="http://schemas.microsoft.com/office/drawing/2014/main" id="{B66BD4A8-64F2-52BA-5EDF-3B036A6A25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9" name="Freeform: Shape 298">
                <a:extLst>
                  <a:ext uri="{FF2B5EF4-FFF2-40B4-BE49-F238E27FC236}">
                    <a16:creationId xmlns:a16="http://schemas.microsoft.com/office/drawing/2014/main" id="{1DEF27E2-15DA-AFAA-913C-3CD6D641A0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0" name="Freeform: Shape 299">
                <a:extLst>
                  <a:ext uri="{FF2B5EF4-FFF2-40B4-BE49-F238E27FC236}">
                    <a16:creationId xmlns:a16="http://schemas.microsoft.com/office/drawing/2014/main" id="{3EF1CF06-3CC2-7F83-B1D0-AC7266CCA1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1" name="Freeform: Shape 300">
                <a:extLst>
                  <a:ext uri="{FF2B5EF4-FFF2-40B4-BE49-F238E27FC236}">
                    <a16:creationId xmlns:a16="http://schemas.microsoft.com/office/drawing/2014/main" id="{8ADFBE2F-5E67-852C-F7E9-B047DC84C2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2" name="Freeform: Shape 301">
                <a:extLst>
                  <a:ext uri="{FF2B5EF4-FFF2-40B4-BE49-F238E27FC236}">
                    <a16:creationId xmlns:a16="http://schemas.microsoft.com/office/drawing/2014/main" id="{1B9EAFF8-4368-714A-2068-FA7D303547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3" name="Freeform: Shape 302">
                <a:extLst>
                  <a:ext uri="{FF2B5EF4-FFF2-40B4-BE49-F238E27FC236}">
                    <a16:creationId xmlns:a16="http://schemas.microsoft.com/office/drawing/2014/main" id="{8235C9D1-0303-E702-00CB-547B7F68C9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4" name="Freeform: Shape 303">
                <a:extLst>
                  <a:ext uri="{FF2B5EF4-FFF2-40B4-BE49-F238E27FC236}">
                    <a16:creationId xmlns:a16="http://schemas.microsoft.com/office/drawing/2014/main" id="{B545DC1E-B93E-7BEA-8507-2E05D35F7B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05" name="Freeform: Shape 304">
                <a:extLst>
                  <a:ext uri="{FF2B5EF4-FFF2-40B4-BE49-F238E27FC236}">
                    <a16:creationId xmlns:a16="http://schemas.microsoft.com/office/drawing/2014/main" id="{164E63A2-0797-50BF-73B2-E157ECED47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6" name="Freeform: Shape 305">
                <a:extLst>
                  <a:ext uri="{FF2B5EF4-FFF2-40B4-BE49-F238E27FC236}">
                    <a16:creationId xmlns:a16="http://schemas.microsoft.com/office/drawing/2014/main" id="{C1582BB3-101E-B357-5B9D-6C0153097F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7" name="Freeform: Shape 306">
                <a:extLst>
                  <a:ext uri="{FF2B5EF4-FFF2-40B4-BE49-F238E27FC236}">
                    <a16:creationId xmlns:a16="http://schemas.microsoft.com/office/drawing/2014/main" id="{DB8C028F-1F99-335E-8B52-574F529859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8" name="Freeform: Shape 307">
                <a:extLst>
                  <a:ext uri="{FF2B5EF4-FFF2-40B4-BE49-F238E27FC236}">
                    <a16:creationId xmlns:a16="http://schemas.microsoft.com/office/drawing/2014/main" id="{CAD865F6-C3BF-1F66-75AA-32083160BF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9" name="Freeform: Shape 308">
                <a:extLst>
                  <a:ext uri="{FF2B5EF4-FFF2-40B4-BE49-F238E27FC236}">
                    <a16:creationId xmlns:a16="http://schemas.microsoft.com/office/drawing/2014/main" id="{E84A8B45-AEAA-5FC0-81E8-1AD7345E3C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0" name="Freeform: Shape 309">
                <a:extLst>
                  <a:ext uri="{FF2B5EF4-FFF2-40B4-BE49-F238E27FC236}">
                    <a16:creationId xmlns:a16="http://schemas.microsoft.com/office/drawing/2014/main" id="{AF6C6E09-1CD3-8473-6558-6687B8A9FD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1" name="Freeform: Shape 310">
                <a:extLst>
                  <a:ext uri="{FF2B5EF4-FFF2-40B4-BE49-F238E27FC236}">
                    <a16:creationId xmlns:a16="http://schemas.microsoft.com/office/drawing/2014/main" id="{DF7EC8E6-0C97-CCCA-2635-BE75AFA22D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12" name="Freeform: Shape 311">
                <a:extLst>
                  <a:ext uri="{FF2B5EF4-FFF2-40B4-BE49-F238E27FC236}">
                    <a16:creationId xmlns:a16="http://schemas.microsoft.com/office/drawing/2014/main" id="{118C6B37-A03C-9197-7CEE-F99FA731DF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13" name="Freeform: Shape 312">
                <a:extLst>
                  <a:ext uri="{FF2B5EF4-FFF2-40B4-BE49-F238E27FC236}">
                    <a16:creationId xmlns:a16="http://schemas.microsoft.com/office/drawing/2014/main" id="{DE9CD1F4-69A0-6D33-9EF2-837A3D1478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4" name="Freeform: Shape 313">
                <a:extLst>
                  <a:ext uri="{FF2B5EF4-FFF2-40B4-BE49-F238E27FC236}">
                    <a16:creationId xmlns:a16="http://schemas.microsoft.com/office/drawing/2014/main" id="{FEE55D28-A75E-8EA6-795A-0238EF8F80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5" name="Freeform: Shape 314">
                <a:extLst>
                  <a:ext uri="{FF2B5EF4-FFF2-40B4-BE49-F238E27FC236}">
                    <a16:creationId xmlns:a16="http://schemas.microsoft.com/office/drawing/2014/main" id="{1107AAF7-2E93-E3C9-E75C-DB5DC5CE32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6" name="Freeform: Shape 315">
                <a:extLst>
                  <a:ext uri="{FF2B5EF4-FFF2-40B4-BE49-F238E27FC236}">
                    <a16:creationId xmlns:a16="http://schemas.microsoft.com/office/drawing/2014/main" id="{4FFA5432-6992-BD43-EBF8-83F8E983B2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17" name="Freeform: Shape 316">
                <a:extLst>
                  <a:ext uri="{FF2B5EF4-FFF2-40B4-BE49-F238E27FC236}">
                    <a16:creationId xmlns:a16="http://schemas.microsoft.com/office/drawing/2014/main" id="{03565ED2-0F0C-2EB1-453F-89F98953EC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8" name="Freeform: Shape 317">
                <a:extLst>
                  <a:ext uri="{FF2B5EF4-FFF2-40B4-BE49-F238E27FC236}">
                    <a16:creationId xmlns:a16="http://schemas.microsoft.com/office/drawing/2014/main" id="{AA92F95A-BEF5-D006-B5D1-941F93C31F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19" name="Freeform: Shape 318">
                <a:extLst>
                  <a:ext uri="{FF2B5EF4-FFF2-40B4-BE49-F238E27FC236}">
                    <a16:creationId xmlns:a16="http://schemas.microsoft.com/office/drawing/2014/main" id="{B15ED32A-D107-53A3-5BCE-E7C05EFAF7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0" name="Freeform: Shape 319">
                <a:extLst>
                  <a:ext uri="{FF2B5EF4-FFF2-40B4-BE49-F238E27FC236}">
                    <a16:creationId xmlns:a16="http://schemas.microsoft.com/office/drawing/2014/main" id="{510C65CB-F377-0D0C-FED4-4686A158C6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321" name="Freeform: Shape 320">
                <a:extLst>
                  <a:ext uri="{FF2B5EF4-FFF2-40B4-BE49-F238E27FC236}">
                    <a16:creationId xmlns:a16="http://schemas.microsoft.com/office/drawing/2014/main" id="{B57B2C7B-165E-CC3B-ED54-2B75ECFBB2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2" name="Freeform: Shape 321">
                <a:extLst>
                  <a:ext uri="{FF2B5EF4-FFF2-40B4-BE49-F238E27FC236}">
                    <a16:creationId xmlns:a16="http://schemas.microsoft.com/office/drawing/2014/main" id="{4F5DEA86-82FE-3391-089B-568818CD27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323" name="Freeform: Shape 322">
                <a:extLst>
                  <a:ext uri="{FF2B5EF4-FFF2-40B4-BE49-F238E27FC236}">
                    <a16:creationId xmlns:a16="http://schemas.microsoft.com/office/drawing/2014/main" id="{442E6886-AAE9-F778-F56A-D0D295DD23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24" name="Freeform: Shape 323">
                <a:extLst>
                  <a:ext uri="{FF2B5EF4-FFF2-40B4-BE49-F238E27FC236}">
                    <a16:creationId xmlns:a16="http://schemas.microsoft.com/office/drawing/2014/main" id="{4C5F63B5-BEA2-1CF5-880F-26E3B93ED6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25" name="Freeform: Shape 324">
                <a:extLst>
                  <a:ext uri="{FF2B5EF4-FFF2-40B4-BE49-F238E27FC236}">
                    <a16:creationId xmlns:a16="http://schemas.microsoft.com/office/drawing/2014/main" id="{CF200417-86A1-A4B8-1621-5447FBCB33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26" name="Freeform: Shape 325">
                <a:extLst>
                  <a:ext uri="{FF2B5EF4-FFF2-40B4-BE49-F238E27FC236}">
                    <a16:creationId xmlns:a16="http://schemas.microsoft.com/office/drawing/2014/main" id="{6123244E-2956-794E-AC05-B85E07DD02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27" name="Freeform: Shape 326">
                <a:extLst>
                  <a:ext uri="{FF2B5EF4-FFF2-40B4-BE49-F238E27FC236}">
                    <a16:creationId xmlns:a16="http://schemas.microsoft.com/office/drawing/2014/main" id="{DDC50797-E369-9274-131A-93FBA5C100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28" name="Freeform: Shape 327">
                <a:extLst>
                  <a:ext uri="{FF2B5EF4-FFF2-40B4-BE49-F238E27FC236}">
                    <a16:creationId xmlns:a16="http://schemas.microsoft.com/office/drawing/2014/main" id="{21BCD96A-EB08-F252-EEAD-FECDC81B07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29" name="Freeform: Shape 328">
                <a:extLst>
                  <a:ext uri="{FF2B5EF4-FFF2-40B4-BE49-F238E27FC236}">
                    <a16:creationId xmlns:a16="http://schemas.microsoft.com/office/drawing/2014/main" id="{8D9448E3-8A6A-8C6A-488A-4934B97766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30" name="Freeform: Shape 329">
                <a:extLst>
                  <a:ext uri="{FF2B5EF4-FFF2-40B4-BE49-F238E27FC236}">
                    <a16:creationId xmlns:a16="http://schemas.microsoft.com/office/drawing/2014/main" id="{DBE3197C-8A25-CCE2-4D3B-99246561FE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1" name="Freeform: Shape 330">
                <a:extLst>
                  <a:ext uri="{FF2B5EF4-FFF2-40B4-BE49-F238E27FC236}">
                    <a16:creationId xmlns:a16="http://schemas.microsoft.com/office/drawing/2014/main" id="{CE93C5E3-2A74-4640-08CF-95722B1A97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2" name="Freeform: Shape 331">
                <a:extLst>
                  <a:ext uri="{FF2B5EF4-FFF2-40B4-BE49-F238E27FC236}">
                    <a16:creationId xmlns:a16="http://schemas.microsoft.com/office/drawing/2014/main" id="{9C39FC8C-79A3-8C2E-1721-F2E191AA11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33" name="Freeform: Shape 332">
                <a:extLst>
                  <a:ext uri="{FF2B5EF4-FFF2-40B4-BE49-F238E27FC236}">
                    <a16:creationId xmlns:a16="http://schemas.microsoft.com/office/drawing/2014/main" id="{35A39E16-5A2D-6811-CF31-F1C8CFE61C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4" name="Freeform: Shape 333">
                <a:extLst>
                  <a:ext uri="{FF2B5EF4-FFF2-40B4-BE49-F238E27FC236}">
                    <a16:creationId xmlns:a16="http://schemas.microsoft.com/office/drawing/2014/main" id="{6DAFAE65-1398-4DA8-44E7-677A7C58EC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35" name="Freeform: Shape 334">
                <a:extLst>
                  <a:ext uri="{FF2B5EF4-FFF2-40B4-BE49-F238E27FC236}">
                    <a16:creationId xmlns:a16="http://schemas.microsoft.com/office/drawing/2014/main" id="{832E9040-0F69-D993-A6C5-DA98692CF2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6" name="Freeform: Shape 335">
                <a:extLst>
                  <a:ext uri="{FF2B5EF4-FFF2-40B4-BE49-F238E27FC236}">
                    <a16:creationId xmlns:a16="http://schemas.microsoft.com/office/drawing/2014/main" id="{5F43F965-C18A-4206-483E-18B26CA9F4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7" name="Freeform: Shape 336">
                <a:extLst>
                  <a:ext uri="{FF2B5EF4-FFF2-40B4-BE49-F238E27FC236}">
                    <a16:creationId xmlns:a16="http://schemas.microsoft.com/office/drawing/2014/main" id="{40139E30-97C0-A3EA-3321-9DA244525A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8" name="Freeform: Shape 337">
                <a:extLst>
                  <a:ext uri="{FF2B5EF4-FFF2-40B4-BE49-F238E27FC236}">
                    <a16:creationId xmlns:a16="http://schemas.microsoft.com/office/drawing/2014/main" id="{3E7F7A27-5478-0A02-97F3-25331385F0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39" name="Freeform: Shape 338">
                <a:extLst>
                  <a:ext uri="{FF2B5EF4-FFF2-40B4-BE49-F238E27FC236}">
                    <a16:creationId xmlns:a16="http://schemas.microsoft.com/office/drawing/2014/main" id="{1732AE76-11BF-6A20-6EBE-7B2758B36C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0" name="Freeform: Shape 339">
                <a:extLst>
                  <a:ext uri="{FF2B5EF4-FFF2-40B4-BE49-F238E27FC236}">
                    <a16:creationId xmlns:a16="http://schemas.microsoft.com/office/drawing/2014/main" id="{C11FCFD3-9572-5593-3498-2C6569D5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41" name="Freeform: Shape 340">
                <a:extLst>
                  <a:ext uri="{FF2B5EF4-FFF2-40B4-BE49-F238E27FC236}">
                    <a16:creationId xmlns:a16="http://schemas.microsoft.com/office/drawing/2014/main" id="{45D3E96E-DA21-23FA-CC28-7063CD0935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2" name="Freeform: Shape 341">
                <a:extLst>
                  <a:ext uri="{FF2B5EF4-FFF2-40B4-BE49-F238E27FC236}">
                    <a16:creationId xmlns:a16="http://schemas.microsoft.com/office/drawing/2014/main" id="{76B9534E-8A93-0EF0-35EA-A2FB65F2ED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3" name="Freeform: Shape 342">
                <a:extLst>
                  <a:ext uri="{FF2B5EF4-FFF2-40B4-BE49-F238E27FC236}">
                    <a16:creationId xmlns:a16="http://schemas.microsoft.com/office/drawing/2014/main" id="{E1D0D72E-50BD-E63B-67C7-1C590B364C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4" name="Freeform: Shape 343">
                <a:extLst>
                  <a:ext uri="{FF2B5EF4-FFF2-40B4-BE49-F238E27FC236}">
                    <a16:creationId xmlns:a16="http://schemas.microsoft.com/office/drawing/2014/main" id="{B518519A-3109-C255-EE92-98393CCCA2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45" name="Freeform: Shape 344">
                <a:extLst>
                  <a:ext uri="{FF2B5EF4-FFF2-40B4-BE49-F238E27FC236}">
                    <a16:creationId xmlns:a16="http://schemas.microsoft.com/office/drawing/2014/main" id="{8709ABAE-120B-4B22-8237-B955DF7B8F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6" name="Freeform: Shape 345">
                <a:extLst>
                  <a:ext uri="{FF2B5EF4-FFF2-40B4-BE49-F238E27FC236}">
                    <a16:creationId xmlns:a16="http://schemas.microsoft.com/office/drawing/2014/main" id="{734E1558-E702-E700-7523-59418F1A3A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47" name="Freeform: Shape 346">
                <a:extLst>
                  <a:ext uri="{FF2B5EF4-FFF2-40B4-BE49-F238E27FC236}">
                    <a16:creationId xmlns:a16="http://schemas.microsoft.com/office/drawing/2014/main" id="{5FE2E6B9-3A6D-37F7-9218-5848BA18F4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8" name="Freeform: Shape 347">
                <a:extLst>
                  <a:ext uri="{FF2B5EF4-FFF2-40B4-BE49-F238E27FC236}">
                    <a16:creationId xmlns:a16="http://schemas.microsoft.com/office/drawing/2014/main" id="{DCF1C8A2-0025-9630-605A-F0851FFFDC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49" name="Freeform: Shape 348">
                <a:extLst>
                  <a:ext uri="{FF2B5EF4-FFF2-40B4-BE49-F238E27FC236}">
                    <a16:creationId xmlns:a16="http://schemas.microsoft.com/office/drawing/2014/main" id="{67EB3ABF-D1F1-6425-4BAC-8FF363A74E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0" name="Freeform: Shape 349">
                <a:extLst>
                  <a:ext uri="{FF2B5EF4-FFF2-40B4-BE49-F238E27FC236}">
                    <a16:creationId xmlns:a16="http://schemas.microsoft.com/office/drawing/2014/main" id="{42B74F9C-6BC5-04D1-6CDA-54A7B775CF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51" name="Freeform: Shape 350">
                <a:extLst>
                  <a:ext uri="{FF2B5EF4-FFF2-40B4-BE49-F238E27FC236}">
                    <a16:creationId xmlns:a16="http://schemas.microsoft.com/office/drawing/2014/main" id="{772ED0F7-2574-D97A-5E7C-84801DB670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2" name="Freeform: Shape 351">
                <a:extLst>
                  <a:ext uri="{FF2B5EF4-FFF2-40B4-BE49-F238E27FC236}">
                    <a16:creationId xmlns:a16="http://schemas.microsoft.com/office/drawing/2014/main" id="{70D4EA3F-FAB5-0E42-00DD-FEC947698A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53" name="Freeform: Shape 352">
                <a:extLst>
                  <a:ext uri="{FF2B5EF4-FFF2-40B4-BE49-F238E27FC236}">
                    <a16:creationId xmlns:a16="http://schemas.microsoft.com/office/drawing/2014/main" id="{9706D083-B96E-F3F2-08B1-1C5DBADCEA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grpSp>
          <p:nvGrpSpPr>
            <p:cNvPr id="10" name="Graphic 4">
              <a:extLst>
                <a:ext uri="{FF2B5EF4-FFF2-40B4-BE49-F238E27FC236}">
                  <a16:creationId xmlns:a16="http://schemas.microsoft.com/office/drawing/2014/main" id="{206318D0-D739-55BC-D1B9-185A4BF4E23E}"/>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0154385" y="4452524"/>
              <a:ext cx="1443404" cy="1443428"/>
              <a:chOff x="5734037" y="3067039"/>
              <a:chExt cx="724483" cy="724489"/>
            </a:xfrm>
            <a:grpFill/>
          </p:grpSpPr>
          <p:sp>
            <p:nvSpPr>
              <p:cNvPr id="12" name="Freeform: Shape 11">
                <a:extLst>
                  <a:ext uri="{FF2B5EF4-FFF2-40B4-BE49-F238E27FC236}">
                    <a16:creationId xmlns:a16="http://schemas.microsoft.com/office/drawing/2014/main" id="{B00C85D6-9378-C02B-92F5-03C5130BBD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CF48FFB8-3CA3-DC10-E70F-06A51C27CE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8535194D-EE41-4933-0F4A-4ED7D56AFE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847E3337-DCD3-5949-37BF-5E709A7F31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93DF519B-B446-264C-55B2-406777619D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0A8ED240-FC5C-DC40-55ED-B38A5E8938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E24FDEBC-F33F-FF72-AAC4-47203FB1BA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305B2A06-995E-26D0-EE1E-6E4041A14F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ACD8CBD3-3933-17FC-4B1A-CF7462A870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C279F115-68AF-1CAA-E8AC-086DD42EB7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B1B0229C-F531-3178-01C8-A34DCB1CCD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5E5AF52B-1168-75DA-C04A-7AE988780D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0D0FAC71-3E8D-BDBB-8E47-501780FC49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69FCA7A0-E02E-51A1-0D31-44EF99D797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D65365C1-07A1-0466-5E52-22BE611FF3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C2FDDA6D-A382-97BB-061F-E942C45710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B54B94D5-70E3-DBF1-7FB2-7C86C41774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8B90CEDF-B1A4-E904-2BBD-B4E383F3BF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25111133-C476-888E-E2DE-86CF215985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B847B602-5D12-FCCE-7920-737E2148DD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B1DB8D3E-A4E8-A79A-630B-CBA69D5FD6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27A92148-EB8A-E2CC-C70F-BDD871C1CE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D279EF1E-B4A6-41D6-1A1E-35A8BB6A32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EDBC07AD-DFD4-57FF-417E-CC50608833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ACD5840B-0E1C-DDF2-9C9F-AFACE5EF29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A8CB02B0-AD3F-57BE-E83A-788158672D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EDB3E439-F5EF-1A5B-1C0B-449FDF8365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00CF98B4-AA2A-9570-FDAA-ACFDE57971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D6A80D4E-ED2F-7112-8501-3815121934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3BE2AA01-F111-DA6A-DC20-D837D2C86D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DCF220FF-1FD1-7177-1625-CF392DB169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E6BE33B3-A336-DB75-13A8-A8DAA6AE87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550C8569-493B-4C73-26F5-E8CCA4D78C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944814D9-F45B-8ACA-9362-3D513BAC01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EBADA798-D7F9-334B-3004-03728B8C65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546E0663-DF50-C12A-E37E-99977AC531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F8C42B0D-AA2E-200F-300E-1890A3C877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1129B734-E3D1-933C-5730-56E089780B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69A2282D-58F3-AF71-2609-E1EE0898D8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A0F17CBB-03B2-22CA-9EED-FA7B206332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C1A97B6A-430B-F5A1-FD16-C543094953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8549DCC3-448D-FC35-8C31-ECACAC648A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699761C9-D3DC-51E9-8BEC-A2D46B4D2D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43A292DC-FCC2-5B4F-C43C-D06DE96F78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E33EDC42-0226-9208-5137-BD6C51C041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F11E9069-8A8B-8134-3F13-FD4EE98570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AA28B0ED-C93B-E2C1-F970-23CF2C3334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442751C1-F1A2-EA3B-CF39-87E7702A26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0980AB33-3349-A846-C54C-847BC90AC9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F438EBFF-9768-E62F-0F89-8F50931785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0BCBED79-58E4-7F5B-4C69-13F9AA035D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48A7D2C3-B5CE-8872-A9CA-016ADC13A9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E8D2CD6F-931E-996B-7162-48CCD65147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91EB6AAD-D058-1C3B-18A4-F6F1F4238D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F5E2B751-E14E-270A-D48C-A14F99F227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8AAC1AB9-C232-4C5B-2FC0-AECD256375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F38FE003-F534-9651-B2B5-06B9941B27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3B5AEC01-70C4-A72C-EB9A-C18D2A5261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3576B4C3-7E46-08C1-2216-989670BF67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F32C3AF9-67F3-8E8A-A5F9-E7AC393FC6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45964B88-382D-E5B0-E9F8-45A7709426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79AAEDF0-DB54-2E6D-04A5-64398F341C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82279C6C-2583-ED56-140F-BD733E92A3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2EB144B5-C4E9-798B-B02D-4A1074A07C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B78A0DF5-9F9A-118D-DB9A-12CE0C2A7E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EE0F65AF-3B98-5683-AE02-CBE3926E3A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98C7F17D-2685-2999-183C-6EECE4251A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9F2C2587-5982-1E22-889D-37FC7B4E80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864AD371-23AF-5995-9A75-1F74975676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314352CA-9BE8-CE6B-DD05-8CC3F1121C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71DEABD1-FB50-96DD-B50E-B29E5E17FC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B55A4467-C318-C9CB-B338-F41773F6A3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59312833-7A65-CD5E-B489-7B5C088396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0ED3D302-6A48-1DDA-55ED-4AFECEEF9E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C97ADE46-4A8F-2CCD-1656-D8B7D4DFD9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F170C88A-872C-70BC-C418-EB2DA9B8BA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AC3AEDBB-3C21-505E-CEE6-4BB22CC3C8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EE522E4F-CAD3-94F0-5BB6-2BF9CF5D7C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2C22D74F-4210-4B00-C39A-2F57661232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181E18BA-118D-6CE0-A838-38BFE93715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E22B36B0-719C-4DB9-2A75-29FF05A1FF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466EF78D-3704-00AE-D941-1EE016761C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CDF66BEF-9040-007A-0D61-F91BF69AA4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5D7E61DA-071F-46D0-3C47-09A8706D70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F91F0D7C-D9BA-8AA1-6F7E-BDFBA7BB5C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C55F2DFB-6A93-DDEF-6DFC-E8E0BBFC7E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B614D5A6-B2A8-B7DA-A7B0-737CCCDB04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E2407FE4-6F77-CDE1-FFE6-AB42D2C0DE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B49660DC-EA5A-C0A2-B971-9CBAB8FD44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6A90A2FD-8342-056D-095B-B971A92E27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9FA98E69-F43D-4121-FF61-504AD22955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47343FA8-F951-EEEA-32DF-7C35238545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2BADFAFF-38FA-ADCB-374E-8726E45742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CD8E82C5-A379-595C-1565-55C97DB3B6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4371364E-9E13-833E-FD01-5AC60486EA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EFD58672-A8BA-26D7-17BF-CF98822CA3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A219B4BC-E223-DB5B-31D6-A3CAA3A110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424400A0-6BA7-7EAA-947B-FDF191E288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62D445F2-65C2-62A3-387F-D423DBDA1F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599A4878-7739-17D9-8E73-81E90234D3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4B5E47F5-4AB1-6B3C-18FD-464325AEF4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905707E9-E86D-7E0F-0037-1184D919AB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4F08DEFA-7D2D-C856-1344-DF2B44EC65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8E38FB1E-4991-EA97-B911-631F3B28E8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212569AA-A795-C017-2F63-54DDE1B110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F40C13C7-A27E-A842-97EE-047A9FFC6C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6648417A-7D2F-845A-4A51-A0D76D3B22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015F9785-0DE9-FFA7-9E84-831E63A0DD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F6507681-06A5-7511-3BA8-5E1BEBD8BD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92227BEB-0BB1-938A-FC57-B83E846AA0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5DB60AB3-21CA-A707-F2E1-64F11B8164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C7C35C6C-8894-7B89-7422-CFC059918E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B61EA3F1-2FF5-691D-076D-C2F3597487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877D7570-5B75-C5FB-9D38-374B465F13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70467C09-B840-BA66-4FAE-5256187B8C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7F7DAD8A-9830-CF80-895D-7F2747FE40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DEB95335-1081-B676-BF4B-AB33EA6571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BB25B109-EF73-8964-79EE-0300029685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109E4129-B9C5-6AFB-A308-51B75B8030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0536BC96-9666-8085-20F2-179D459DC4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500F137A-9095-0CCB-3B2E-4B2FED847B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D1D2DBCE-15AB-C05B-73A1-73570C215F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5EF9B10B-2451-9E2C-052E-8825921A93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BDD6446B-4824-00B4-B16A-75B39674AB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DEBEA132-BC09-3AD1-981D-906E35E6F7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45176931-6D22-F852-0FE8-3B71485BF0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5697D366-92CB-D347-2C2B-E0D44FE4E3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609A24F7-8BD9-615D-790B-60B1AD27C0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D86A2B0E-2732-532C-E6F6-C41D019235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046112D7-CEF7-D890-6889-1919807D6A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907F4D93-8FBE-BD09-BDA7-A9325E822E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0661F821-3999-0CB4-303C-1A37BA0FFC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55BBD9FD-5C8D-E4DE-00E1-70F7AAC01A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1E98A3C8-4944-6884-13DC-407928A41B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4D2B3005-E56C-A042-64E7-DEDA163B14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254BA818-39E1-66AE-74FC-2E7A9655CB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6F702EBC-D58C-FF89-3BB1-D30A1F241D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4BE7FF40-408C-440C-9A13-AE0D706E08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54" name="Freeform: Shape 153">
                <a:extLst>
                  <a:ext uri="{FF2B5EF4-FFF2-40B4-BE49-F238E27FC236}">
                    <a16:creationId xmlns:a16="http://schemas.microsoft.com/office/drawing/2014/main" id="{C4BC7B35-AED0-372F-8322-5C8361BBCE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55" name="Freeform: Shape 154">
                <a:extLst>
                  <a:ext uri="{FF2B5EF4-FFF2-40B4-BE49-F238E27FC236}">
                    <a16:creationId xmlns:a16="http://schemas.microsoft.com/office/drawing/2014/main" id="{B7777D41-F07A-6A0B-94AB-617A1FE672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6" name="Freeform: Shape 155">
                <a:extLst>
                  <a:ext uri="{FF2B5EF4-FFF2-40B4-BE49-F238E27FC236}">
                    <a16:creationId xmlns:a16="http://schemas.microsoft.com/office/drawing/2014/main" id="{8EE9EB02-06F8-4AE7-DACB-31ADF84695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7256F351-B860-0552-3454-A7E67CD37F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58" name="Freeform: Shape 157">
                <a:extLst>
                  <a:ext uri="{FF2B5EF4-FFF2-40B4-BE49-F238E27FC236}">
                    <a16:creationId xmlns:a16="http://schemas.microsoft.com/office/drawing/2014/main" id="{E0D6A9DF-C8F1-C1DD-ECD5-3C256A78CD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9" name="Freeform: Shape 158">
                <a:extLst>
                  <a:ext uri="{FF2B5EF4-FFF2-40B4-BE49-F238E27FC236}">
                    <a16:creationId xmlns:a16="http://schemas.microsoft.com/office/drawing/2014/main" id="{69430DD8-9DA0-01EA-75D1-1DB8D25824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60" name="Freeform: Shape 159">
                <a:extLst>
                  <a:ext uri="{FF2B5EF4-FFF2-40B4-BE49-F238E27FC236}">
                    <a16:creationId xmlns:a16="http://schemas.microsoft.com/office/drawing/2014/main" id="{19A48081-AF44-4663-88D8-FF17898C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61" name="Freeform: Shape 160">
                <a:extLst>
                  <a:ext uri="{FF2B5EF4-FFF2-40B4-BE49-F238E27FC236}">
                    <a16:creationId xmlns:a16="http://schemas.microsoft.com/office/drawing/2014/main" id="{9E03CB77-3035-EF1D-50E7-4EEC2B008F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2" name="Freeform: Shape 161">
                <a:extLst>
                  <a:ext uri="{FF2B5EF4-FFF2-40B4-BE49-F238E27FC236}">
                    <a16:creationId xmlns:a16="http://schemas.microsoft.com/office/drawing/2014/main" id="{187AF226-F42B-9442-2872-47BB27381E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3" name="Freeform: Shape 162">
                <a:extLst>
                  <a:ext uri="{FF2B5EF4-FFF2-40B4-BE49-F238E27FC236}">
                    <a16:creationId xmlns:a16="http://schemas.microsoft.com/office/drawing/2014/main" id="{B5EA09C3-9810-20B5-CB4E-2A5E0AC644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64" name="Freeform: Shape 163">
                <a:extLst>
                  <a:ext uri="{FF2B5EF4-FFF2-40B4-BE49-F238E27FC236}">
                    <a16:creationId xmlns:a16="http://schemas.microsoft.com/office/drawing/2014/main" id="{AFEBB80B-1CBB-BEAE-C7C0-4CCD53BD09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5" name="Freeform: Shape 164">
                <a:extLst>
                  <a:ext uri="{FF2B5EF4-FFF2-40B4-BE49-F238E27FC236}">
                    <a16:creationId xmlns:a16="http://schemas.microsoft.com/office/drawing/2014/main" id="{3309284F-E7A2-2D77-DE40-549F2765E0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66" name="Freeform: Shape 165">
                <a:extLst>
                  <a:ext uri="{FF2B5EF4-FFF2-40B4-BE49-F238E27FC236}">
                    <a16:creationId xmlns:a16="http://schemas.microsoft.com/office/drawing/2014/main" id="{2DDDC614-E56A-1869-75FD-2D2C861246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7" name="Freeform: Shape 166">
                <a:extLst>
                  <a:ext uri="{FF2B5EF4-FFF2-40B4-BE49-F238E27FC236}">
                    <a16:creationId xmlns:a16="http://schemas.microsoft.com/office/drawing/2014/main" id="{204A2201-8FE6-5811-34E5-55E6F88E01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8" name="Freeform: Shape 167">
                <a:extLst>
                  <a:ext uri="{FF2B5EF4-FFF2-40B4-BE49-F238E27FC236}">
                    <a16:creationId xmlns:a16="http://schemas.microsoft.com/office/drawing/2014/main" id="{DB2190A4-2AD5-C5E3-7C78-AE25609D54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9" name="Freeform: Shape 168">
                <a:extLst>
                  <a:ext uri="{FF2B5EF4-FFF2-40B4-BE49-F238E27FC236}">
                    <a16:creationId xmlns:a16="http://schemas.microsoft.com/office/drawing/2014/main" id="{7D9F0BC9-C945-EF3D-DC6C-F893AA16CE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70" name="Freeform: Shape 169">
                <a:extLst>
                  <a:ext uri="{FF2B5EF4-FFF2-40B4-BE49-F238E27FC236}">
                    <a16:creationId xmlns:a16="http://schemas.microsoft.com/office/drawing/2014/main" id="{A51BBE4F-5DE0-B0E9-B614-ABB84F357A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1" name="Freeform: Shape 170">
                <a:extLst>
                  <a:ext uri="{FF2B5EF4-FFF2-40B4-BE49-F238E27FC236}">
                    <a16:creationId xmlns:a16="http://schemas.microsoft.com/office/drawing/2014/main" id="{3CC11354-AD91-758F-5F92-320CD5B897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72" name="Freeform: Shape 171">
                <a:extLst>
                  <a:ext uri="{FF2B5EF4-FFF2-40B4-BE49-F238E27FC236}">
                    <a16:creationId xmlns:a16="http://schemas.microsoft.com/office/drawing/2014/main" id="{AD64536B-2E33-0103-5271-2078C8F90A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3" name="Freeform: Shape 172">
                <a:extLst>
                  <a:ext uri="{FF2B5EF4-FFF2-40B4-BE49-F238E27FC236}">
                    <a16:creationId xmlns:a16="http://schemas.microsoft.com/office/drawing/2014/main" id="{13D3B2F4-A5C5-FBAD-780D-1A910C0EEC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DB3CF350-65AC-816B-A6A1-6F350019B6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5" name="Freeform: Shape 174">
                <a:extLst>
                  <a:ext uri="{FF2B5EF4-FFF2-40B4-BE49-F238E27FC236}">
                    <a16:creationId xmlns:a16="http://schemas.microsoft.com/office/drawing/2014/main" id="{428C0FB6-2BB4-8411-0B64-976634DE12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EC333ACC-7221-7706-6976-E97B379008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2AF70025-D3A1-E219-AC4B-730569E252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B01B8E3B-89CE-DC05-303E-29228D8E51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9" name="Freeform: Shape 178">
                <a:extLst>
                  <a:ext uri="{FF2B5EF4-FFF2-40B4-BE49-F238E27FC236}">
                    <a16:creationId xmlns:a16="http://schemas.microsoft.com/office/drawing/2014/main" id="{713C1AB7-B0B7-5EA0-778C-D49BD0DB79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80" name="Freeform: Shape 179">
                <a:extLst>
                  <a:ext uri="{FF2B5EF4-FFF2-40B4-BE49-F238E27FC236}">
                    <a16:creationId xmlns:a16="http://schemas.microsoft.com/office/drawing/2014/main" id="{60F5C621-668A-68CF-05A2-C473F6CC95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81" name="Freeform: Shape 180">
                <a:extLst>
                  <a:ext uri="{FF2B5EF4-FFF2-40B4-BE49-F238E27FC236}">
                    <a16:creationId xmlns:a16="http://schemas.microsoft.com/office/drawing/2014/main" id="{B9B25144-1292-4087-8534-3B6F3C9EFB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82" name="Freeform: Shape 181">
                <a:extLst>
                  <a:ext uri="{FF2B5EF4-FFF2-40B4-BE49-F238E27FC236}">
                    <a16:creationId xmlns:a16="http://schemas.microsoft.com/office/drawing/2014/main" id="{61EA3B67-7993-C446-FACA-6D1A0B5DDE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83" name="Freeform: Shape 182">
                <a:extLst>
                  <a:ext uri="{FF2B5EF4-FFF2-40B4-BE49-F238E27FC236}">
                    <a16:creationId xmlns:a16="http://schemas.microsoft.com/office/drawing/2014/main" id="{C3DB2CA1-92B9-2928-ED0E-F9225B5559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84" name="Freeform: Shape 183">
                <a:extLst>
                  <a:ext uri="{FF2B5EF4-FFF2-40B4-BE49-F238E27FC236}">
                    <a16:creationId xmlns:a16="http://schemas.microsoft.com/office/drawing/2014/main" id="{4665C362-DFE8-4C34-CA63-D7CD946D1F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grpSp>
    </p:spTree>
    <p:extLst>
      <p:ext uri="{BB962C8B-B14F-4D97-AF65-F5344CB8AC3E}">
        <p14:creationId xmlns:p14="http://schemas.microsoft.com/office/powerpoint/2010/main" val="37723987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15C45C-5BE7-4CBB-66C3-CB472574CFB6}"/>
            </a:ext>
          </a:extLst>
        </p:cNvPr>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B2A0312E-E05A-6849-2AAE-E1160BFD6B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F21DB2A4-3447-053C-3C8D-47B8862A05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7388" y="181576"/>
            <a:ext cx="11823637" cy="650108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AB6FCFCB-1683-456F-4AB6-0C6686C6FC4F}"/>
              </a:ext>
            </a:extLst>
          </p:cNvPr>
          <p:cNvSpPr txBox="1">
            <a:spLocks/>
          </p:cNvSpPr>
          <p:nvPr/>
        </p:nvSpPr>
        <p:spPr>
          <a:xfrm>
            <a:off x="1545336" y="285683"/>
            <a:ext cx="10506456" cy="826303"/>
          </a:xfrm>
          <a:prstGeom prst="rect">
            <a:avLst/>
          </a:prstGeom>
        </p:spPr>
        <p:txBody>
          <a:bodyPr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000" dirty="0">
                <a:solidFill>
                  <a:schemeClr val="bg1"/>
                </a:solidFill>
              </a:rPr>
              <a:t>Contents</a:t>
            </a:r>
            <a:endParaRPr lang="en-IN" sz="5000" dirty="0">
              <a:solidFill>
                <a:schemeClr val="bg1"/>
              </a:solidFill>
            </a:endParaRPr>
          </a:p>
        </p:txBody>
      </p:sp>
      <p:sp>
        <p:nvSpPr>
          <p:cNvPr id="7" name="Rectangle 6">
            <a:extLst>
              <a:ext uri="{FF2B5EF4-FFF2-40B4-BE49-F238E27FC236}">
                <a16:creationId xmlns:a16="http://schemas.microsoft.com/office/drawing/2014/main" id="{B85C8AE5-4D76-3D05-E2D0-E8C1A36C7D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0140"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8" name="Rectangle 7">
            <a:extLst>
              <a:ext uri="{FF2B5EF4-FFF2-40B4-BE49-F238E27FC236}">
                <a16:creationId xmlns:a16="http://schemas.microsoft.com/office/drawing/2014/main" id="{1DFD27E2-E8CA-F61F-59D2-6DDF84F2CF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41248" y="1254553"/>
            <a:ext cx="10506456" cy="18288"/>
          </a:xfrm>
          <a:prstGeom prst="rect">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280E1FA2-FA5B-A5AD-622D-B002181FFBE9}"/>
              </a:ext>
            </a:extLst>
          </p:cNvPr>
          <p:cNvSpPr txBox="1"/>
          <p:nvPr/>
        </p:nvSpPr>
        <p:spPr>
          <a:xfrm>
            <a:off x="934065" y="1632155"/>
            <a:ext cx="9763432" cy="4154984"/>
          </a:xfrm>
          <a:prstGeom prst="rect">
            <a:avLst/>
          </a:prstGeom>
          <a:noFill/>
        </p:spPr>
        <p:txBody>
          <a:bodyPr wrap="square" rtlCol="0">
            <a:spAutoFit/>
          </a:bodyPr>
          <a:lstStyle/>
          <a:p>
            <a:r>
              <a:rPr lang="en-US" sz="2400" dirty="0">
                <a:solidFill>
                  <a:schemeClr val="bg1">
                    <a:lumMod val="95000"/>
                  </a:schemeClr>
                </a:solidFill>
              </a:rPr>
              <a:t>Introduction</a:t>
            </a:r>
          </a:p>
          <a:p>
            <a:endParaRPr lang="en-US" sz="2400" dirty="0">
              <a:solidFill>
                <a:schemeClr val="bg1">
                  <a:lumMod val="95000"/>
                </a:schemeClr>
              </a:solidFill>
            </a:endParaRPr>
          </a:p>
          <a:p>
            <a:r>
              <a:rPr lang="en-US" sz="2400" dirty="0">
                <a:solidFill>
                  <a:schemeClr val="bg1">
                    <a:lumMod val="95000"/>
                  </a:schemeClr>
                </a:solidFill>
              </a:rPr>
              <a:t>Methodology</a:t>
            </a:r>
          </a:p>
          <a:p>
            <a:endParaRPr lang="en-US" sz="2400" dirty="0">
              <a:solidFill>
                <a:schemeClr val="bg1">
                  <a:lumMod val="95000"/>
                </a:schemeClr>
              </a:solidFill>
            </a:endParaRPr>
          </a:p>
          <a:p>
            <a:r>
              <a:rPr lang="en-US" sz="2400" dirty="0">
                <a:solidFill>
                  <a:schemeClr val="bg1">
                    <a:lumMod val="95000"/>
                  </a:schemeClr>
                </a:solidFill>
              </a:rPr>
              <a:t>Work Done</a:t>
            </a:r>
          </a:p>
          <a:p>
            <a:endParaRPr lang="en-US" sz="2400" dirty="0">
              <a:solidFill>
                <a:schemeClr val="bg1">
                  <a:lumMod val="95000"/>
                </a:schemeClr>
              </a:solidFill>
            </a:endParaRPr>
          </a:p>
          <a:p>
            <a:r>
              <a:rPr lang="en-US" sz="2400" dirty="0">
                <a:solidFill>
                  <a:schemeClr val="bg1">
                    <a:lumMod val="95000"/>
                  </a:schemeClr>
                </a:solidFill>
              </a:rPr>
              <a:t>Results</a:t>
            </a:r>
          </a:p>
          <a:p>
            <a:endParaRPr lang="en-US" sz="2400" dirty="0">
              <a:solidFill>
                <a:schemeClr val="bg1">
                  <a:lumMod val="95000"/>
                </a:schemeClr>
              </a:solidFill>
            </a:endParaRPr>
          </a:p>
          <a:p>
            <a:r>
              <a:rPr lang="en-US" sz="2400" dirty="0">
                <a:solidFill>
                  <a:schemeClr val="bg1">
                    <a:lumMod val="95000"/>
                  </a:schemeClr>
                </a:solidFill>
              </a:rPr>
              <a:t>Future Work</a:t>
            </a:r>
          </a:p>
          <a:p>
            <a:endParaRPr lang="en-US" sz="2400" dirty="0">
              <a:solidFill>
                <a:schemeClr val="bg1">
                  <a:lumMod val="95000"/>
                </a:schemeClr>
              </a:solidFill>
            </a:endParaRPr>
          </a:p>
          <a:p>
            <a:r>
              <a:rPr lang="en-US" sz="2400" dirty="0">
                <a:solidFill>
                  <a:schemeClr val="bg1">
                    <a:lumMod val="95000"/>
                  </a:schemeClr>
                </a:solidFill>
              </a:rPr>
              <a:t>References</a:t>
            </a:r>
          </a:p>
        </p:txBody>
      </p:sp>
      <p:grpSp>
        <p:nvGrpSpPr>
          <p:cNvPr id="10" name="Graphic 185">
            <a:extLst>
              <a:ext uri="{FF2B5EF4-FFF2-40B4-BE49-F238E27FC236}">
                <a16:creationId xmlns:a16="http://schemas.microsoft.com/office/drawing/2014/main" id="{F6F4F78F-4A84-6B35-F0BE-5F90CEC9277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0428634" y="5987064"/>
            <a:ext cx="1054466" cy="469689"/>
            <a:chOff x="9841624" y="4115729"/>
            <a:chExt cx="602169" cy="268223"/>
          </a:xfrm>
          <a:solidFill>
            <a:schemeClr val="bg1"/>
          </a:solidFill>
        </p:grpSpPr>
        <p:sp>
          <p:nvSpPr>
            <p:cNvPr id="11" name="Freeform: Shape 10">
              <a:extLst>
                <a:ext uri="{FF2B5EF4-FFF2-40B4-BE49-F238E27FC236}">
                  <a16:creationId xmlns:a16="http://schemas.microsoft.com/office/drawing/2014/main" id="{420668E1-D4C4-2819-EA53-0F7B6083AA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BEB32A9A-7013-1CCD-0B41-17FD32E80F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B94E79D0-33CE-E114-4B51-86306E424F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0D556CCC-6134-CF26-C7C7-CA375A27FE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65D96279-3D76-6D2D-6F29-55371369E3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3868855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2A88FF-1F98-AECB-611A-CB53A661A9F8}"/>
            </a:ext>
          </a:extLst>
        </p:cNvPr>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4CF5B15F-D0E7-095A-C36C-5FE26CA50A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1D9D3219-ACCD-C205-14C7-02C4F10BB1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7388" y="181576"/>
            <a:ext cx="11823637" cy="650108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F92752F1-6FE9-85FC-63C3-F6238B7734B2}"/>
              </a:ext>
            </a:extLst>
          </p:cNvPr>
          <p:cNvSpPr txBox="1">
            <a:spLocks/>
          </p:cNvSpPr>
          <p:nvPr/>
        </p:nvSpPr>
        <p:spPr>
          <a:xfrm>
            <a:off x="838521" y="258211"/>
            <a:ext cx="10506456" cy="973081"/>
          </a:xfrm>
          <a:prstGeom prst="rect">
            <a:avLst/>
          </a:prstGeom>
        </p:spPr>
        <p:txBody>
          <a:bodyPr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6000" dirty="0">
                <a:solidFill>
                  <a:srgbClr val="FFFFFF"/>
                </a:solidFill>
              </a:rPr>
              <a:t>Introduction</a:t>
            </a:r>
          </a:p>
        </p:txBody>
      </p:sp>
      <p:sp>
        <p:nvSpPr>
          <p:cNvPr id="5" name="Rectangle 4">
            <a:extLst>
              <a:ext uri="{FF2B5EF4-FFF2-40B4-BE49-F238E27FC236}">
                <a16:creationId xmlns:a16="http://schemas.microsoft.com/office/drawing/2014/main" id="{88D5AF71-B766-21D2-4D3B-CD30790443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4108" y="1355188"/>
            <a:ext cx="10451592" cy="18288"/>
          </a:xfrm>
          <a:prstGeom prst="rect">
            <a:avLst/>
          </a:prstGeom>
          <a:solidFill>
            <a:srgbClr val="FFFFFF"/>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34189E55-A951-4036-B02D-47C576F978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V="1">
            <a:off x="974108" y="1214108"/>
            <a:ext cx="1873457"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TextBox 10">
            <a:extLst>
              <a:ext uri="{FF2B5EF4-FFF2-40B4-BE49-F238E27FC236}">
                <a16:creationId xmlns:a16="http://schemas.microsoft.com/office/drawing/2014/main" id="{764C1016-45AB-9692-6E67-227ACCBD6A54}"/>
              </a:ext>
            </a:extLst>
          </p:cNvPr>
          <p:cNvSpPr txBox="1"/>
          <p:nvPr/>
        </p:nvSpPr>
        <p:spPr>
          <a:xfrm>
            <a:off x="974110" y="1373476"/>
            <a:ext cx="9369426" cy="5632311"/>
          </a:xfrm>
          <a:prstGeom prst="rect">
            <a:avLst/>
          </a:prstGeom>
          <a:noFill/>
        </p:spPr>
        <p:txBody>
          <a:bodyPr wrap="square" rtlCol="0">
            <a:spAutoFit/>
          </a:bodyPr>
          <a:lstStyle/>
          <a:p>
            <a:pPr algn="just">
              <a:spcAft>
                <a:spcPts val="1200"/>
              </a:spcAft>
            </a:pPr>
            <a:r>
              <a:rPr lang="en-US" sz="2400" dirty="0">
                <a:solidFill>
                  <a:schemeClr val="bg1">
                    <a:lumMod val="95000"/>
                  </a:schemeClr>
                </a:solidFill>
              </a:rPr>
              <a:t>Procurement Companion</a:t>
            </a:r>
          </a:p>
          <a:p>
            <a:pPr algn="just"/>
            <a:r>
              <a:rPr lang="en-US" sz="2000" dirty="0">
                <a:solidFill>
                  <a:schemeClr val="bg1">
                    <a:lumMod val="95000"/>
                  </a:schemeClr>
                </a:solidFill>
              </a:rPr>
              <a:t>1] AI-Powered Procurement Platform</a:t>
            </a:r>
          </a:p>
          <a:p>
            <a:pPr algn="just"/>
            <a:r>
              <a:rPr lang="en-US" sz="2000" dirty="0">
                <a:solidFill>
                  <a:schemeClr val="bg1">
                    <a:lumMod val="95000"/>
                  </a:schemeClr>
                </a:solidFill>
              </a:rPr>
              <a:t>	Centralized solution designed to automate workflows, ensure compliance, 	and simplify complex procurement processes.</a:t>
            </a:r>
          </a:p>
          <a:p>
            <a:pPr algn="just"/>
            <a:endParaRPr lang="en-US" sz="2000" dirty="0">
              <a:solidFill>
                <a:schemeClr val="bg1">
                  <a:lumMod val="95000"/>
                </a:schemeClr>
              </a:solidFill>
            </a:endParaRPr>
          </a:p>
          <a:p>
            <a:pPr algn="just"/>
            <a:r>
              <a:rPr lang="en-US" sz="2000" dirty="0">
                <a:solidFill>
                  <a:schemeClr val="bg1">
                    <a:lumMod val="95000"/>
                  </a:schemeClr>
                </a:solidFill>
              </a:rPr>
              <a:t>2] Integration with SAP Ariba</a:t>
            </a:r>
          </a:p>
          <a:p>
            <a:pPr algn="just"/>
            <a:r>
              <a:rPr lang="en-US" sz="2000" dirty="0">
                <a:solidFill>
                  <a:schemeClr val="bg1">
                    <a:lumMod val="95000"/>
                  </a:schemeClr>
                </a:solidFill>
              </a:rPr>
              <a:t>	Seamless connectivity for accurate contract data retrieval, governance 	compliance, and unified sourcing activities.</a:t>
            </a:r>
          </a:p>
          <a:p>
            <a:pPr algn="just"/>
            <a:endParaRPr lang="en-US" sz="2000" dirty="0">
              <a:solidFill>
                <a:schemeClr val="bg1">
                  <a:lumMod val="95000"/>
                </a:schemeClr>
              </a:solidFill>
            </a:endParaRPr>
          </a:p>
          <a:p>
            <a:pPr algn="just"/>
            <a:r>
              <a:rPr lang="en-US" sz="2000" dirty="0">
                <a:solidFill>
                  <a:schemeClr val="bg1">
                    <a:lumMod val="95000"/>
                  </a:schemeClr>
                </a:solidFill>
              </a:rPr>
              <a:t>3] Intelligent Features &amp; Automation</a:t>
            </a:r>
          </a:p>
          <a:p>
            <a:pPr algn="just"/>
            <a:r>
              <a:rPr lang="en-US" sz="2000" dirty="0">
                <a:solidFill>
                  <a:schemeClr val="bg1">
                    <a:lumMod val="95000"/>
                  </a:schemeClr>
                </a:solidFill>
              </a:rPr>
              <a:t>	Natural language queries, automated metadata extraction, and real-time 	insights to reduce manual effort and speed up operations.</a:t>
            </a:r>
          </a:p>
          <a:p>
            <a:pPr algn="just"/>
            <a:endParaRPr lang="en-US" sz="2000" dirty="0">
              <a:solidFill>
                <a:schemeClr val="bg1">
                  <a:lumMod val="95000"/>
                </a:schemeClr>
              </a:solidFill>
            </a:endParaRPr>
          </a:p>
          <a:p>
            <a:pPr algn="just"/>
            <a:r>
              <a:rPr lang="en-US" sz="2000" dirty="0">
                <a:solidFill>
                  <a:schemeClr val="bg1">
                    <a:lumMod val="95000"/>
                  </a:schemeClr>
                </a:solidFill>
              </a:rPr>
              <a:t>4] Driving Digital Transformation</a:t>
            </a:r>
          </a:p>
          <a:p>
            <a:pPr algn="just"/>
            <a:r>
              <a:rPr lang="en-US" sz="2000" dirty="0">
                <a:solidFill>
                  <a:schemeClr val="bg1">
                    <a:lumMod val="95000"/>
                  </a:schemeClr>
                </a:solidFill>
              </a:rPr>
              <a:t>	Enhances decision-making, supports strategic sourcing, and aligns with 	Novartis’ vision 	for innovation and operational excellence.</a:t>
            </a:r>
          </a:p>
          <a:p>
            <a:endParaRPr lang="en-US" sz="2400" dirty="0">
              <a:solidFill>
                <a:schemeClr val="bg1">
                  <a:lumMod val="95000"/>
                </a:schemeClr>
              </a:solidFill>
            </a:endParaRPr>
          </a:p>
        </p:txBody>
      </p:sp>
      <p:grpSp>
        <p:nvGrpSpPr>
          <p:cNvPr id="12" name="Graphic 4">
            <a:extLst>
              <a:ext uri="{FF2B5EF4-FFF2-40B4-BE49-F238E27FC236}">
                <a16:creationId xmlns:a16="http://schemas.microsoft.com/office/drawing/2014/main" id="{673F4450-E10A-DCB7-8415-D2CF029D15F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0495612" y="415034"/>
            <a:ext cx="849365" cy="849366"/>
            <a:chOff x="5829300" y="3162300"/>
            <a:chExt cx="532256" cy="532257"/>
          </a:xfrm>
          <a:solidFill>
            <a:srgbClr val="FFFFFF"/>
          </a:solidFill>
        </p:grpSpPr>
        <p:sp>
          <p:nvSpPr>
            <p:cNvPr id="13" name="Freeform: Shape 12">
              <a:extLst>
                <a:ext uri="{FF2B5EF4-FFF2-40B4-BE49-F238E27FC236}">
                  <a16:creationId xmlns:a16="http://schemas.microsoft.com/office/drawing/2014/main" id="{2EAA1CBB-FC2B-7CF4-169C-8EDB1A551B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B0EE88D1-B3B5-061F-0336-961C3A554F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C1D3957A-EC02-13A8-6DCE-8DA120382E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dirty="0"/>
            </a:p>
          </p:txBody>
        </p:sp>
        <p:sp>
          <p:nvSpPr>
            <p:cNvPr id="16" name="Freeform: Shape 15">
              <a:extLst>
                <a:ext uri="{FF2B5EF4-FFF2-40B4-BE49-F238E27FC236}">
                  <a16:creationId xmlns:a16="http://schemas.microsoft.com/office/drawing/2014/main" id="{A3CF526F-C1D1-CC3A-F91F-BFD76EF8C4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0B4DE7FA-D642-2D0D-E3CD-DC7EB73E64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CF415E44-03CD-9B2F-9573-BC8E5FA498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8F275B7D-B660-54D6-1FA0-E9C1C62305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2DEA0A2D-992F-BCD1-9F75-E42BE6CB8C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3F5B6835-F283-EAEB-452F-9C99A909DC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04FA2323-F392-3DA5-15DA-C4D254F1FB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D254C3C9-FB6C-DFF2-3604-223B1B780B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09B299A4-5E53-9C31-404B-61A9BB91B9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DCF7EDCD-408D-F070-EC24-351C9AA0E7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a:p>
          </p:txBody>
        </p:sp>
      </p:grpSp>
      <p:grpSp>
        <p:nvGrpSpPr>
          <p:cNvPr id="26" name="Graphic 4">
            <a:extLst>
              <a:ext uri="{FF2B5EF4-FFF2-40B4-BE49-F238E27FC236}">
                <a16:creationId xmlns:a16="http://schemas.microsoft.com/office/drawing/2014/main" id="{E470433F-DD62-15E4-5EB1-072FBB44551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0495612" y="415034"/>
            <a:ext cx="849365" cy="849366"/>
            <a:chOff x="5829300" y="3162300"/>
            <a:chExt cx="532256" cy="532257"/>
          </a:xfrm>
          <a:solidFill>
            <a:schemeClr val="bg1"/>
          </a:solidFill>
        </p:grpSpPr>
        <p:sp>
          <p:nvSpPr>
            <p:cNvPr id="27" name="Freeform: Shape 26">
              <a:extLst>
                <a:ext uri="{FF2B5EF4-FFF2-40B4-BE49-F238E27FC236}">
                  <a16:creationId xmlns:a16="http://schemas.microsoft.com/office/drawing/2014/main" id="{2BD4D813-3A4C-82EA-4B52-31A7876A87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EA9CA3DE-A09E-618C-ABBD-A516D9B05B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591D02B2-7E70-9B07-29FB-6E60A45192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dirty="0"/>
            </a:p>
          </p:txBody>
        </p:sp>
        <p:sp>
          <p:nvSpPr>
            <p:cNvPr id="30" name="Freeform: Shape 29">
              <a:extLst>
                <a:ext uri="{FF2B5EF4-FFF2-40B4-BE49-F238E27FC236}">
                  <a16:creationId xmlns:a16="http://schemas.microsoft.com/office/drawing/2014/main" id="{7014F1C2-C568-6BCB-C7EE-E4496857A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7DB57B3A-D17C-A7C9-8F7B-EF24DDCA8D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F4A2F3AE-08F9-1382-843F-9284BE7431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BCC987D1-8B7B-CFF4-1257-053E1D10A4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88CBAC56-15A1-56C6-C11D-63AE89CA01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53378A83-0646-6CA8-87FC-06CF272317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2287E265-2B54-15BF-0440-DB637DB70A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0846ED84-A17E-2E9F-1B0F-7C61A14C8F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5623C6B2-3E6D-A29A-F4AA-756793E0CD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E3300742-B8A4-4819-D57B-AFF56A2CA6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9749444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902392-0835-3D21-12AA-0E15C8E5A5DF}"/>
            </a:ext>
          </a:extLst>
        </p:cNvPr>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8AF1A651-1703-8020-E0E7-19BE51DD83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EA42C2A-0AE5-600F-FBFB-741933D0F4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7388" y="181576"/>
            <a:ext cx="11823637" cy="650108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26323DF3-511E-B7E7-3A28-6E9655354259}"/>
              </a:ext>
            </a:extLst>
          </p:cNvPr>
          <p:cNvSpPr txBox="1"/>
          <p:nvPr/>
        </p:nvSpPr>
        <p:spPr>
          <a:xfrm>
            <a:off x="544768" y="175336"/>
            <a:ext cx="12535553" cy="70788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solidFill>
                  <a:schemeClr val="bg1">
                    <a:lumMod val="95000"/>
                  </a:schemeClr>
                </a:solidFill>
              </a:rPr>
              <a:t>Explore the interactive dashboard of Procurement Companion for real-time insights and streamlined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solidFill>
                  <a:schemeClr val="bg1">
                    <a:lumMod val="95000"/>
                  </a:schemeClr>
                </a:solidFill>
              </a:rPr>
              <a:t>workflows.</a:t>
            </a:r>
          </a:p>
        </p:txBody>
      </p:sp>
      <p:pic>
        <p:nvPicPr>
          <p:cNvPr id="9" name="Picture 8" descr="A screenshot of a computer&#10;&#10;AI-generated content may be incorrect.">
            <a:extLst>
              <a:ext uri="{FF2B5EF4-FFF2-40B4-BE49-F238E27FC236}">
                <a16:creationId xmlns:a16="http://schemas.microsoft.com/office/drawing/2014/main" id="{DE15C3D5-284D-F3CC-240F-203075CA128A}"/>
              </a:ext>
            </a:extLst>
          </p:cNvPr>
          <p:cNvPicPr>
            <a:picLocks noChangeAspect="1"/>
          </p:cNvPicPr>
          <p:nvPr/>
        </p:nvPicPr>
        <p:blipFill rotWithShape="1">
          <a:blip r:embed="rId2"/>
          <a:srcRect t="1254"/>
          <a:stretch>
            <a:fillRect/>
          </a:stretch>
        </p:blipFill>
        <p:spPr bwMode="auto">
          <a:xfrm>
            <a:off x="187388" y="802640"/>
            <a:ext cx="11817224" cy="5873783"/>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4258508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DBC8BF-0056-69D9-7C1D-F6EE226AE347}"/>
            </a:ext>
          </a:extLst>
        </p:cNvPr>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F091A80A-AE93-3646-D564-07627D97F1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830D85A-2766-BD5E-5F57-85A1565003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7388" y="181576"/>
            <a:ext cx="11823637" cy="650108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4773962C-94B3-05CA-747F-396729E7977D}"/>
              </a:ext>
            </a:extLst>
          </p:cNvPr>
          <p:cNvSpPr txBox="1"/>
          <p:nvPr/>
        </p:nvSpPr>
        <p:spPr>
          <a:xfrm>
            <a:off x="0" y="506575"/>
            <a:ext cx="12535553" cy="521297"/>
          </a:xfrm>
          <a:prstGeom prst="rect">
            <a:avLst/>
          </a:prstGeom>
          <a:noFill/>
        </p:spPr>
        <p:txBody>
          <a:bodyPr wrap="square">
            <a:spAutoFit/>
          </a:bodyPr>
          <a:lstStyle/>
          <a:p>
            <a:pPr algn="ctr" fontAlgn="t">
              <a:lnSpc>
                <a:spcPts val="1500"/>
              </a:lnSpc>
              <a:buNone/>
            </a:pPr>
            <a:r>
              <a:rPr lang="en-US" sz="2400" dirty="0">
                <a:solidFill>
                  <a:schemeClr val="bg1">
                    <a:lumMod val="95000"/>
                  </a:schemeClr>
                </a:solidFill>
              </a:rPr>
              <a:t>Contracting Module for managing agreements. </a:t>
            </a:r>
          </a:p>
          <a:p>
            <a:pPr fontAlgn="t">
              <a:lnSpc>
                <a:spcPts val="1500"/>
              </a:lnSpc>
              <a:buNone/>
            </a:pPr>
            <a:endParaRPr lang="en-US" sz="2400" dirty="0">
              <a:solidFill>
                <a:schemeClr val="bg1">
                  <a:lumMod val="95000"/>
                </a:schemeClr>
              </a:solidFill>
            </a:endParaRPr>
          </a:p>
        </p:txBody>
      </p:sp>
      <p:pic>
        <p:nvPicPr>
          <p:cNvPr id="4" name="Picture 3">
            <a:extLst>
              <a:ext uri="{FF2B5EF4-FFF2-40B4-BE49-F238E27FC236}">
                <a16:creationId xmlns:a16="http://schemas.microsoft.com/office/drawing/2014/main" id="{D533E817-0759-D77F-4DE9-1AEDD00E109F}"/>
              </a:ext>
            </a:extLst>
          </p:cNvPr>
          <p:cNvPicPr>
            <a:picLocks noChangeAspect="1"/>
          </p:cNvPicPr>
          <p:nvPr/>
        </p:nvPicPr>
        <p:blipFill>
          <a:blip r:embed="rId2"/>
          <a:stretch>
            <a:fillRect/>
          </a:stretch>
        </p:blipFill>
        <p:spPr>
          <a:xfrm>
            <a:off x="187387" y="942560"/>
            <a:ext cx="11817225" cy="5733864"/>
          </a:xfrm>
          <a:prstGeom prst="rect">
            <a:avLst/>
          </a:prstGeom>
        </p:spPr>
      </p:pic>
    </p:spTree>
    <p:extLst>
      <p:ext uri="{BB962C8B-B14F-4D97-AF65-F5344CB8AC3E}">
        <p14:creationId xmlns:p14="http://schemas.microsoft.com/office/powerpoint/2010/main" val="18718833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7EDCF-9540-C4A5-369A-6BC2DA1A2792}"/>
            </a:ext>
          </a:extLst>
        </p:cNvPr>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9F8D6E2C-AC14-D5D8-4F2D-165FCD2967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7CE54B86-4D18-C4EA-1E33-A8912679F1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7388" y="181576"/>
            <a:ext cx="11823637" cy="650108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EDE8EBC4-5187-7ECE-295A-DD02F1F154CE}"/>
              </a:ext>
            </a:extLst>
          </p:cNvPr>
          <p:cNvSpPr txBox="1"/>
          <p:nvPr/>
        </p:nvSpPr>
        <p:spPr>
          <a:xfrm>
            <a:off x="2334239" y="471118"/>
            <a:ext cx="12535553" cy="344325"/>
          </a:xfrm>
          <a:prstGeom prst="rect">
            <a:avLst/>
          </a:prstGeom>
          <a:noFill/>
        </p:spPr>
        <p:txBody>
          <a:bodyPr wrap="square">
            <a:spAutoFit/>
          </a:bodyPr>
          <a:lstStyle/>
          <a:p>
            <a:pPr fontAlgn="t">
              <a:lnSpc>
                <a:spcPts val="1500"/>
              </a:lnSpc>
              <a:buNone/>
            </a:pPr>
            <a:r>
              <a:rPr lang="en-US" sz="2800" dirty="0">
                <a:solidFill>
                  <a:schemeClr val="bg1">
                    <a:lumMod val="95000"/>
                  </a:schemeClr>
                </a:solidFill>
              </a:rPr>
              <a:t>ProcureAssist for AI-driven procurement support.</a:t>
            </a:r>
          </a:p>
        </p:txBody>
      </p:sp>
      <p:pic>
        <p:nvPicPr>
          <p:cNvPr id="6" name="Picture 5">
            <a:extLst>
              <a:ext uri="{FF2B5EF4-FFF2-40B4-BE49-F238E27FC236}">
                <a16:creationId xmlns:a16="http://schemas.microsoft.com/office/drawing/2014/main" id="{769063B7-49E4-E8BD-0747-B80456C1A2DF}"/>
              </a:ext>
            </a:extLst>
          </p:cNvPr>
          <p:cNvPicPr>
            <a:picLocks noChangeAspect="1"/>
          </p:cNvPicPr>
          <p:nvPr/>
        </p:nvPicPr>
        <p:blipFill>
          <a:blip r:embed="rId2"/>
          <a:stretch>
            <a:fillRect/>
          </a:stretch>
        </p:blipFill>
        <p:spPr>
          <a:xfrm>
            <a:off x="187389" y="815443"/>
            <a:ext cx="11817224" cy="5860981"/>
          </a:xfrm>
          <a:prstGeom prst="rect">
            <a:avLst/>
          </a:prstGeom>
        </p:spPr>
      </p:pic>
    </p:spTree>
    <p:extLst>
      <p:ext uri="{BB962C8B-B14F-4D97-AF65-F5344CB8AC3E}">
        <p14:creationId xmlns:p14="http://schemas.microsoft.com/office/powerpoint/2010/main" val="21201234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55C20C-3DD5-85C9-4D37-6D6C62941F89}"/>
            </a:ext>
          </a:extLst>
        </p:cNvPr>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EA324A29-F01E-0CA1-E718-D7F65A44D6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C82D61B-0E3D-0280-76F8-DFEB6D9145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7388" y="181576"/>
            <a:ext cx="11823637" cy="650108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B9EC6E97-A2A5-2A92-8807-FBFB1FBB2401}"/>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931180" y="1109243"/>
            <a:ext cx="4842710" cy="4842710"/>
            <a:chOff x="1881974" y="1174396"/>
            <a:chExt cx="5290997" cy="5290997"/>
          </a:xfrm>
        </p:grpSpPr>
        <p:sp>
          <p:nvSpPr>
            <p:cNvPr id="9" name="Oval 8">
              <a:extLst>
                <a:ext uri="{FF2B5EF4-FFF2-40B4-BE49-F238E27FC236}">
                  <a16:creationId xmlns:a16="http://schemas.microsoft.com/office/drawing/2014/main" id="{762B856A-361D-FA83-F0A2-EA28F906C9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1974" y="1174396"/>
              <a:ext cx="5290997" cy="5290997"/>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BA0A0903-7547-A2E5-8E2E-985E2ED257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1974" y="1174396"/>
              <a:ext cx="5290997" cy="5290997"/>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3" name="Oval 12">
            <a:extLst>
              <a:ext uri="{FF2B5EF4-FFF2-40B4-BE49-F238E27FC236}">
                <a16:creationId xmlns:a16="http://schemas.microsoft.com/office/drawing/2014/main" id="{33D8E4BD-91D6-3AC1-7AA3-7EC9667ADE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80270" y="1095407"/>
            <a:ext cx="4754948" cy="4754948"/>
          </a:xfrm>
          <a:prstGeom prst="ellipse">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a:extLst>
              <a:ext uri="{FF2B5EF4-FFF2-40B4-BE49-F238E27FC236}">
                <a16:creationId xmlns:a16="http://schemas.microsoft.com/office/drawing/2014/main" id="{923B3CA2-2D3B-4025-31E0-AA499C4FBAD2}"/>
              </a:ext>
            </a:extLst>
          </p:cNvPr>
          <p:cNvSpPr txBox="1">
            <a:spLocks/>
          </p:cNvSpPr>
          <p:nvPr/>
        </p:nvSpPr>
        <p:spPr>
          <a:xfrm>
            <a:off x="8402598" y="284927"/>
            <a:ext cx="6161004" cy="88637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Aft>
                <a:spcPts val="600"/>
              </a:spcAft>
            </a:pPr>
            <a:r>
              <a:rPr lang="en-US" kern="1200" dirty="0">
                <a:solidFill>
                  <a:schemeClr val="bg1"/>
                </a:solidFill>
                <a:latin typeface="+mj-lt"/>
                <a:ea typeface="+mj-ea"/>
                <a:cs typeface="+mj-cs"/>
              </a:rPr>
              <a:t>Methodology</a:t>
            </a:r>
          </a:p>
        </p:txBody>
      </p:sp>
      <p:grpSp>
        <p:nvGrpSpPr>
          <p:cNvPr id="15" name="Group 14">
            <a:extLst>
              <a:ext uri="{FF2B5EF4-FFF2-40B4-BE49-F238E27FC236}">
                <a16:creationId xmlns:a16="http://schemas.microsoft.com/office/drawing/2014/main" id="{C31D9F9C-C6C3-C1F6-3345-97F04C349A6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0" y="377893"/>
            <a:ext cx="1861854" cy="717514"/>
            <a:chOff x="0" y="377893"/>
            <a:chExt cx="1861854" cy="717514"/>
          </a:xfrm>
          <a:solidFill>
            <a:schemeClr val="bg1"/>
          </a:solidFill>
        </p:grpSpPr>
        <p:sp>
          <p:nvSpPr>
            <p:cNvPr id="17" name="Freeform: Shape 16">
              <a:extLst>
                <a:ext uri="{FF2B5EF4-FFF2-40B4-BE49-F238E27FC236}">
                  <a16:creationId xmlns:a16="http://schemas.microsoft.com/office/drawing/2014/main" id="{977F4D26-EABA-2768-4C21-8882270B18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778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a:p>
          </p:txBody>
        </p:sp>
        <p:sp>
          <p:nvSpPr>
            <p:cNvPr id="354" name="Freeform: Shape 353">
              <a:extLst>
                <a:ext uri="{FF2B5EF4-FFF2-40B4-BE49-F238E27FC236}">
                  <a16:creationId xmlns:a16="http://schemas.microsoft.com/office/drawing/2014/main" id="{ED7299BF-12B0-27DF-C379-CC6BEBE32A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1762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dirty="0"/>
            </a:p>
          </p:txBody>
        </p:sp>
      </p:grpSp>
      <p:pic>
        <p:nvPicPr>
          <p:cNvPr id="355" name="Picture 354" descr="A diagram of a computer process&#10;&#10;AI-generated content may be incorrect.">
            <a:extLst>
              <a:ext uri="{FF2B5EF4-FFF2-40B4-BE49-F238E27FC236}">
                <a16:creationId xmlns:a16="http://schemas.microsoft.com/office/drawing/2014/main" id="{624960DA-0A59-AA5D-5F83-F5CCD6D251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9200" y="2281084"/>
            <a:ext cx="4119715" cy="2349910"/>
          </a:xfrm>
          <a:prstGeom prst="rect">
            <a:avLst/>
          </a:prstGeom>
        </p:spPr>
      </p:pic>
      <p:sp>
        <p:nvSpPr>
          <p:cNvPr id="356" name="TextBox 355">
            <a:extLst>
              <a:ext uri="{FF2B5EF4-FFF2-40B4-BE49-F238E27FC236}">
                <a16:creationId xmlns:a16="http://schemas.microsoft.com/office/drawing/2014/main" id="{B62B8185-41F1-7BC7-1FD7-5FFA1CE8C043}"/>
              </a:ext>
            </a:extLst>
          </p:cNvPr>
          <p:cNvSpPr txBox="1"/>
          <p:nvPr/>
        </p:nvSpPr>
        <p:spPr>
          <a:xfrm>
            <a:off x="6234868" y="1820369"/>
            <a:ext cx="5217173" cy="4351338"/>
          </a:xfrm>
          <a:prstGeom prst="rect">
            <a:avLst/>
          </a:prstGeom>
        </p:spPr>
        <p:txBody>
          <a:bodyPr vert="horz" lIns="91440" tIns="45720" rIns="91440" bIns="45720" rtlCol="0">
            <a:normAutofit/>
          </a:bodyPr>
          <a:lstStyle/>
          <a:p>
            <a:pPr>
              <a:lnSpc>
                <a:spcPct val="90000"/>
              </a:lnSpc>
              <a:spcAft>
                <a:spcPts val="600"/>
              </a:spcAft>
            </a:pPr>
            <a:r>
              <a:rPr lang="en-US" sz="2400" dirty="0">
                <a:solidFill>
                  <a:schemeClr val="bg1"/>
                </a:solidFill>
              </a:rPr>
              <a:t>1 Preprocessing Pipeline</a:t>
            </a:r>
          </a:p>
          <a:p>
            <a:pPr indent="-228600">
              <a:lnSpc>
                <a:spcPct val="90000"/>
              </a:lnSpc>
              <a:spcAft>
                <a:spcPts val="600"/>
              </a:spcAft>
              <a:buFont typeface="Arial" panose="020B0604020202020204" pitchFamily="34" charset="0"/>
              <a:buChar char="•"/>
            </a:pPr>
            <a:endParaRPr lang="en-US" dirty="0">
              <a:solidFill>
                <a:schemeClr val="bg1"/>
              </a:solidFill>
            </a:endParaRPr>
          </a:p>
          <a:p>
            <a:pPr indent="-228600" algn="just">
              <a:lnSpc>
                <a:spcPct val="90000"/>
              </a:lnSpc>
              <a:spcAft>
                <a:spcPts val="600"/>
              </a:spcAft>
              <a:buFont typeface="Arial" panose="020B0604020202020204" pitchFamily="34" charset="0"/>
              <a:buChar char="•"/>
            </a:pPr>
            <a:r>
              <a:rPr lang="en-US" dirty="0">
                <a:solidFill>
                  <a:schemeClr val="bg1"/>
                </a:solidFill>
              </a:rPr>
              <a:t>Standardizes diverse procurement documents (DOCX, PPTX, XLSX, PDF) into a unified Markdown format, preserving both text and visual references with positional image tokens. This ensures accurate chunking and reliable retrieval, maintaining document structure and context</a:t>
            </a:r>
          </a:p>
        </p:txBody>
      </p:sp>
      <p:grpSp>
        <p:nvGrpSpPr>
          <p:cNvPr id="357" name="Graphic 185">
            <a:extLst>
              <a:ext uri="{FF2B5EF4-FFF2-40B4-BE49-F238E27FC236}">
                <a16:creationId xmlns:a16="http://schemas.microsoft.com/office/drawing/2014/main" id="{DC0BC442-C1A8-78B9-7037-E139531F4CD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0428634" y="5987064"/>
            <a:ext cx="1054466" cy="469689"/>
            <a:chOff x="9841624" y="4115729"/>
            <a:chExt cx="602169" cy="268223"/>
          </a:xfrm>
          <a:solidFill>
            <a:schemeClr val="bg1"/>
          </a:solidFill>
        </p:grpSpPr>
        <p:sp>
          <p:nvSpPr>
            <p:cNvPr id="358" name="Freeform: Shape 357">
              <a:extLst>
                <a:ext uri="{FF2B5EF4-FFF2-40B4-BE49-F238E27FC236}">
                  <a16:creationId xmlns:a16="http://schemas.microsoft.com/office/drawing/2014/main" id="{C8E362D3-4D17-E727-1BF6-4289F38C3A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59" name="Freeform: Shape 358">
              <a:extLst>
                <a:ext uri="{FF2B5EF4-FFF2-40B4-BE49-F238E27FC236}">
                  <a16:creationId xmlns:a16="http://schemas.microsoft.com/office/drawing/2014/main" id="{AFCFCB9E-8E39-5459-44A7-765F51175A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60" name="Freeform: Shape 359">
              <a:extLst>
                <a:ext uri="{FF2B5EF4-FFF2-40B4-BE49-F238E27FC236}">
                  <a16:creationId xmlns:a16="http://schemas.microsoft.com/office/drawing/2014/main" id="{D696BDF3-3544-54DD-11D7-210C6B5351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61" name="Freeform: Shape 360">
              <a:extLst>
                <a:ext uri="{FF2B5EF4-FFF2-40B4-BE49-F238E27FC236}">
                  <a16:creationId xmlns:a16="http://schemas.microsoft.com/office/drawing/2014/main" id="{E3A9DCD0-1AA2-58AF-C07E-6884C55F40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62" name="Freeform: Shape 361">
              <a:extLst>
                <a:ext uri="{FF2B5EF4-FFF2-40B4-BE49-F238E27FC236}">
                  <a16:creationId xmlns:a16="http://schemas.microsoft.com/office/drawing/2014/main" id="{D21C8AF3-FC97-BFCD-3230-45EE9E768D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363" name="Rectangle 362">
            <a:extLst>
              <a:ext uri="{FF2B5EF4-FFF2-40B4-BE49-F238E27FC236}">
                <a16:creationId xmlns:a16="http://schemas.microsoft.com/office/drawing/2014/main" id="{AFAC0750-FAD1-B7AA-3F4F-5EF3C02210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1000449" y="1239075"/>
            <a:ext cx="10451592" cy="18288"/>
          </a:xfrm>
          <a:prstGeom prst="rect">
            <a:avLst/>
          </a:prstGeom>
          <a:solidFill>
            <a:srgbClr val="FFFFFF"/>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64" name="Rectangle 363">
            <a:extLst>
              <a:ext uri="{FF2B5EF4-FFF2-40B4-BE49-F238E27FC236}">
                <a16:creationId xmlns:a16="http://schemas.microsoft.com/office/drawing/2014/main" id="{14D0885E-B97C-744A-A4F8-547E8F3FB8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flipV="1">
            <a:off x="9578584" y="1089264"/>
            <a:ext cx="1873457"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811294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2320D9-C922-9C26-06F1-E979FC5AA18A}"/>
            </a:ext>
          </a:extLst>
        </p:cNvPr>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212577F1-F2DF-621D-89A3-64B306049C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AA62F98F-B6A4-544F-7E35-3462F1DBF6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7388" y="181576"/>
            <a:ext cx="11823637" cy="650108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42810B32-5E81-7652-6E03-6BE45A155EA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440138" y="1172263"/>
            <a:ext cx="4842710" cy="4842710"/>
            <a:chOff x="1881974" y="1174396"/>
            <a:chExt cx="5290997" cy="5290997"/>
          </a:xfrm>
        </p:grpSpPr>
        <p:sp>
          <p:nvSpPr>
            <p:cNvPr id="13" name="Oval 12">
              <a:extLst>
                <a:ext uri="{FF2B5EF4-FFF2-40B4-BE49-F238E27FC236}">
                  <a16:creationId xmlns:a16="http://schemas.microsoft.com/office/drawing/2014/main" id="{46633802-8914-93DA-99CD-5575B70274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1974" y="1174396"/>
              <a:ext cx="5290997" cy="5290997"/>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B498BAC1-C1F6-93EB-B747-7711743EFC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1974" y="1174396"/>
              <a:ext cx="5290997" cy="5290997"/>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5" name="Oval 14">
            <a:extLst>
              <a:ext uri="{FF2B5EF4-FFF2-40B4-BE49-F238E27FC236}">
                <a16:creationId xmlns:a16="http://schemas.microsoft.com/office/drawing/2014/main" id="{646A2E56-AA1C-A278-8E72-3790A80DF5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9228" y="1158427"/>
            <a:ext cx="4754948" cy="4754948"/>
          </a:xfrm>
          <a:prstGeom prst="ellipse">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475FECBC-1961-EB7B-F3B6-7833DA3D7E5B}"/>
              </a:ext>
            </a:extLst>
          </p:cNvPr>
          <p:cNvSpPr txBox="1"/>
          <p:nvPr/>
        </p:nvSpPr>
        <p:spPr>
          <a:xfrm>
            <a:off x="335896" y="1314159"/>
            <a:ext cx="6161004" cy="886379"/>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2800" kern="1200" dirty="0">
                <a:solidFill>
                  <a:schemeClr val="bg1"/>
                </a:solidFill>
                <a:latin typeface="+mj-lt"/>
                <a:ea typeface="+mj-ea"/>
                <a:cs typeface="+mj-cs"/>
              </a:rPr>
              <a:t>2. Retrieval-Augmented Generation (RAG) Architecture</a:t>
            </a:r>
          </a:p>
        </p:txBody>
      </p:sp>
      <p:grpSp>
        <p:nvGrpSpPr>
          <p:cNvPr id="17" name="Group 16">
            <a:extLst>
              <a:ext uri="{FF2B5EF4-FFF2-40B4-BE49-F238E27FC236}">
                <a16:creationId xmlns:a16="http://schemas.microsoft.com/office/drawing/2014/main" id="{5602E9B0-D88C-2C7F-66F5-F34D9E180D7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0" y="377893"/>
            <a:ext cx="1861854" cy="717514"/>
            <a:chOff x="0" y="377893"/>
            <a:chExt cx="1861854" cy="717514"/>
          </a:xfrm>
          <a:solidFill>
            <a:schemeClr val="bg1"/>
          </a:solidFill>
        </p:grpSpPr>
        <p:sp>
          <p:nvSpPr>
            <p:cNvPr id="18" name="Freeform: Shape 17">
              <a:extLst>
                <a:ext uri="{FF2B5EF4-FFF2-40B4-BE49-F238E27FC236}">
                  <a16:creationId xmlns:a16="http://schemas.microsoft.com/office/drawing/2014/main" id="{5162D004-2545-3339-028A-C8CF025A7F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778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a:p>
          </p:txBody>
        </p:sp>
        <p:sp>
          <p:nvSpPr>
            <p:cNvPr id="19" name="Freeform: Shape 18">
              <a:extLst>
                <a:ext uri="{FF2B5EF4-FFF2-40B4-BE49-F238E27FC236}">
                  <a16:creationId xmlns:a16="http://schemas.microsoft.com/office/drawing/2014/main" id="{97082658-2A3B-F206-AE13-CE7ADCBBF5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1762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dirty="0"/>
            </a:p>
          </p:txBody>
        </p:sp>
      </p:grpSp>
      <p:pic>
        <p:nvPicPr>
          <p:cNvPr id="20" name="Picture 19">
            <a:extLst>
              <a:ext uri="{FF2B5EF4-FFF2-40B4-BE49-F238E27FC236}">
                <a16:creationId xmlns:a16="http://schemas.microsoft.com/office/drawing/2014/main" id="{C1BCFF9B-86C2-FBBE-6826-E22D8BF374C3}"/>
              </a:ext>
            </a:extLst>
          </p:cNvPr>
          <p:cNvPicPr>
            <a:picLocks noChangeAspect="1"/>
          </p:cNvPicPr>
          <p:nvPr/>
        </p:nvPicPr>
        <p:blipFill rotWithShape="1">
          <a:blip r:embed="rId2">
            <a:extLst>
              <a:ext uri="{28A0092B-C50C-407E-A947-70E740481C1C}">
                <a14:useLocalDpi xmlns:a14="http://schemas.microsoft.com/office/drawing/2010/main" val="0"/>
              </a:ext>
            </a:extLst>
          </a:blip>
          <a:srcRect l="1820" t="26441" r="3121" b="4829"/>
          <a:stretch>
            <a:fillRect/>
          </a:stretch>
        </p:blipFill>
        <p:spPr bwMode="auto">
          <a:xfrm>
            <a:off x="6628724" y="2580079"/>
            <a:ext cx="4275955" cy="1946786"/>
          </a:xfrm>
          <a:prstGeom prst="rect">
            <a:avLst/>
          </a:prstGeom>
          <a:noFill/>
          <a:extLst>
            <a:ext uri="{53640926-AAD7-44D8-BBD7-CCE9431645EC}">
              <a14:shadowObscured xmlns:a14="http://schemas.microsoft.com/office/drawing/2010/main"/>
            </a:ext>
          </a:extLst>
        </p:spPr>
      </p:pic>
      <p:sp>
        <p:nvSpPr>
          <p:cNvPr id="21" name="TextBox 20">
            <a:extLst>
              <a:ext uri="{FF2B5EF4-FFF2-40B4-BE49-F238E27FC236}">
                <a16:creationId xmlns:a16="http://schemas.microsoft.com/office/drawing/2014/main" id="{9FD4D5E4-E54F-56E4-FFB1-6A8C04CA1AE5}"/>
              </a:ext>
            </a:extLst>
          </p:cNvPr>
          <p:cNvSpPr txBox="1"/>
          <p:nvPr/>
        </p:nvSpPr>
        <p:spPr>
          <a:xfrm>
            <a:off x="443878" y="2510436"/>
            <a:ext cx="5217173" cy="4351338"/>
          </a:xfrm>
          <a:prstGeom prst="rect">
            <a:avLst/>
          </a:prstGeom>
        </p:spPr>
        <p:txBody>
          <a:bodyPr vert="horz" lIns="91440" tIns="45720" rIns="91440" bIns="45720" rtlCol="0">
            <a:normAutofit/>
          </a:bodyPr>
          <a:lstStyle/>
          <a:p>
            <a:pPr algn="just">
              <a:lnSpc>
                <a:spcPct val="90000"/>
              </a:lnSpc>
              <a:spcAft>
                <a:spcPts val="600"/>
              </a:spcAft>
            </a:pPr>
            <a:r>
              <a:rPr lang="en-US" dirty="0">
                <a:solidFill>
                  <a:schemeClr val="bg1"/>
                </a:solidFill>
              </a:rPr>
              <a:t>Combines semantic search (using FAISS and Azure OpenAI embeddings) with a generative language model to deliver grounded, context-rich answers strictly from indexed procurement documents, ensuring compliance and eliminating hallucinations.</a:t>
            </a:r>
          </a:p>
        </p:txBody>
      </p:sp>
      <p:grpSp>
        <p:nvGrpSpPr>
          <p:cNvPr id="22" name="Graphic 185">
            <a:extLst>
              <a:ext uri="{FF2B5EF4-FFF2-40B4-BE49-F238E27FC236}">
                <a16:creationId xmlns:a16="http://schemas.microsoft.com/office/drawing/2014/main" id="{541BD026-604E-FA32-DC99-657A771BC2FE}"/>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0428634" y="5987064"/>
            <a:ext cx="1054466" cy="469689"/>
            <a:chOff x="9841624" y="4115729"/>
            <a:chExt cx="602169" cy="268223"/>
          </a:xfrm>
          <a:solidFill>
            <a:schemeClr val="bg1"/>
          </a:solidFill>
        </p:grpSpPr>
        <p:sp>
          <p:nvSpPr>
            <p:cNvPr id="23" name="Freeform: Shape 22">
              <a:extLst>
                <a:ext uri="{FF2B5EF4-FFF2-40B4-BE49-F238E27FC236}">
                  <a16:creationId xmlns:a16="http://schemas.microsoft.com/office/drawing/2014/main" id="{A36197FD-5246-865C-63AC-84984973DC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BFD44DCA-1D80-8691-4DF7-5FF679F0CF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1C44BDD0-BFC9-A594-E76A-748004CB07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F821C891-C6D9-E9D7-DA9F-B9ECFEBA72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59C48A8D-8D2C-C28D-D924-556028BE14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0964885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1CFB3-0289-DF3C-1665-9EE82857CD13}"/>
            </a:ext>
          </a:extLst>
        </p:cNvPr>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47BCF22E-F257-D75F-8737-2865061662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6E192FD0-AC98-7780-B2BE-167A051492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7388" y="181576"/>
            <a:ext cx="11823637" cy="650108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3F7B0DEC-ED9C-FE90-FD0C-A2B5241F6CCF}"/>
              </a:ext>
            </a:extLst>
          </p:cNvPr>
          <p:cNvSpPr txBox="1">
            <a:spLocks/>
          </p:cNvSpPr>
          <p:nvPr/>
        </p:nvSpPr>
        <p:spPr>
          <a:xfrm>
            <a:off x="838521" y="258211"/>
            <a:ext cx="10506456" cy="973081"/>
          </a:xfrm>
          <a:prstGeom prst="rect">
            <a:avLst/>
          </a:prstGeom>
        </p:spPr>
        <p:txBody>
          <a:bodyPr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6000" dirty="0">
                <a:solidFill>
                  <a:srgbClr val="FFFFFF"/>
                </a:solidFill>
              </a:rPr>
              <a:t>Work Done</a:t>
            </a:r>
          </a:p>
        </p:txBody>
      </p:sp>
      <p:sp>
        <p:nvSpPr>
          <p:cNvPr id="5" name="Rectangle 4">
            <a:extLst>
              <a:ext uri="{FF2B5EF4-FFF2-40B4-BE49-F238E27FC236}">
                <a16:creationId xmlns:a16="http://schemas.microsoft.com/office/drawing/2014/main" id="{C83D6560-0DB7-A055-13B1-4208BE7483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4108" y="1355188"/>
            <a:ext cx="10451592" cy="18288"/>
          </a:xfrm>
          <a:prstGeom prst="rect">
            <a:avLst/>
          </a:prstGeom>
          <a:solidFill>
            <a:srgbClr val="FFFFFF"/>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Rectangle 5">
            <a:extLst>
              <a:ext uri="{FF2B5EF4-FFF2-40B4-BE49-F238E27FC236}">
                <a16:creationId xmlns:a16="http://schemas.microsoft.com/office/drawing/2014/main" id="{9B34B698-0047-B75A-D405-26C8192DE1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V="1">
            <a:off x="7216236" y="2164470"/>
            <a:ext cx="2662687" cy="2104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7" name="Graphic 4">
            <a:extLst>
              <a:ext uri="{FF2B5EF4-FFF2-40B4-BE49-F238E27FC236}">
                <a16:creationId xmlns:a16="http://schemas.microsoft.com/office/drawing/2014/main" id="{939D74CF-1400-CC12-BA69-3FBD4EB2CBBC}"/>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0495612" y="415034"/>
            <a:ext cx="849365" cy="849366"/>
            <a:chOff x="5829300" y="3162300"/>
            <a:chExt cx="532256" cy="532257"/>
          </a:xfrm>
          <a:solidFill>
            <a:srgbClr val="FFFFFF"/>
          </a:solidFill>
        </p:grpSpPr>
        <p:sp>
          <p:nvSpPr>
            <p:cNvPr id="8" name="Freeform: Shape 7">
              <a:extLst>
                <a:ext uri="{FF2B5EF4-FFF2-40B4-BE49-F238E27FC236}">
                  <a16:creationId xmlns:a16="http://schemas.microsoft.com/office/drawing/2014/main" id="{BA198A8E-B21D-8E52-0C1D-1CDB281923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85A34076-B7BA-B1E2-8A91-019582D32A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F496C573-040A-956D-4798-6C7E05A92B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dirty="0"/>
            </a:p>
          </p:txBody>
        </p:sp>
        <p:sp>
          <p:nvSpPr>
            <p:cNvPr id="11" name="Freeform: Shape 10">
              <a:extLst>
                <a:ext uri="{FF2B5EF4-FFF2-40B4-BE49-F238E27FC236}">
                  <a16:creationId xmlns:a16="http://schemas.microsoft.com/office/drawing/2014/main" id="{E3546566-6382-C8FE-F56A-5A87A57C53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8AF4C5CB-4BDC-2D8A-DEB9-892A2C3F2A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468D9DB8-86B9-676A-4011-1409240EBC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B5602A6D-ECFF-1901-A02C-9E7E9C9ADB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2B7E2D95-D6CD-0C87-A05A-4A60FED487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DCBF1DA3-4D98-718E-DD1F-B47B8472BC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B8475B16-E406-1ADA-E82B-6DA75AF58C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E78A3948-5A66-FEF6-E32A-5EFBFCC3B4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DAF60CFB-5625-2F52-5996-CC8B7C9862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33689FE5-2C70-7B75-9F36-E11FEF217D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a:p>
          </p:txBody>
        </p:sp>
      </p:grpSp>
      <p:grpSp>
        <p:nvGrpSpPr>
          <p:cNvPr id="37" name="Graphic 4">
            <a:extLst>
              <a:ext uri="{FF2B5EF4-FFF2-40B4-BE49-F238E27FC236}">
                <a16:creationId xmlns:a16="http://schemas.microsoft.com/office/drawing/2014/main" id="{0F681BBE-5BB2-9DB4-5E35-53395452048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0495612" y="415034"/>
            <a:ext cx="849365" cy="849366"/>
            <a:chOff x="5829300" y="3162300"/>
            <a:chExt cx="532256" cy="532257"/>
          </a:xfrm>
          <a:solidFill>
            <a:schemeClr val="bg1"/>
          </a:solidFill>
        </p:grpSpPr>
        <p:sp>
          <p:nvSpPr>
            <p:cNvPr id="38" name="Freeform: Shape 37">
              <a:extLst>
                <a:ext uri="{FF2B5EF4-FFF2-40B4-BE49-F238E27FC236}">
                  <a16:creationId xmlns:a16="http://schemas.microsoft.com/office/drawing/2014/main" id="{99EB12F3-4FF7-F6AE-439A-DBEFF8C09E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EE1B48B2-1AEA-75A0-EFE2-D07CE8F633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605B6557-2074-4FB7-AF60-66E1E0BF2D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dirty="0"/>
            </a:p>
          </p:txBody>
        </p:sp>
        <p:sp>
          <p:nvSpPr>
            <p:cNvPr id="41" name="Freeform: Shape 40">
              <a:extLst>
                <a:ext uri="{FF2B5EF4-FFF2-40B4-BE49-F238E27FC236}">
                  <a16:creationId xmlns:a16="http://schemas.microsoft.com/office/drawing/2014/main" id="{B65086DB-76E7-596D-7788-F9C38853A0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8FFEBB71-F05D-2EEA-6DE1-AED8387A6F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83EA48D6-C152-2686-FEBE-A3F606DBD5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9036D951-9A4D-E19C-01C4-32DCFDC122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180485C9-3A76-61D9-EEAB-F86CB11897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228383AD-222C-1A08-E450-57D74BAD30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8BA06D0E-BE78-C632-6F69-ECA6DFBCC2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970E05D8-8527-7480-48CF-66397C8BD5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9749DA0F-7727-496A-AA91-E0F87BAEE9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06C5924C-FDEE-CC91-BAC9-1B3BBC50BE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a:p>
          </p:txBody>
        </p:sp>
      </p:grpSp>
      <p:sp>
        <p:nvSpPr>
          <p:cNvPr id="53" name="TextBox 52">
            <a:extLst>
              <a:ext uri="{FF2B5EF4-FFF2-40B4-BE49-F238E27FC236}">
                <a16:creationId xmlns:a16="http://schemas.microsoft.com/office/drawing/2014/main" id="{52A2856E-D633-0567-1F18-98829B019646}"/>
              </a:ext>
            </a:extLst>
          </p:cNvPr>
          <p:cNvSpPr txBox="1"/>
          <p:nvPr/>
        </p:nvSpPr>
        <p:spPr>
          <a:xfrm>
            <a:off x="974108" y="1636545"/>
            <a:ext cx="6096000" cy="328936"/>
          </a:xfrm>
          <a:prstGeom prst="rect">
            <a:avLst/>
          </a:prstGeom>
          <a:noFill/>
        </p:spPr>
        <p:txBody>
          <a:bodyPr wrap="square">
            <a:spAutoFit/>
          </a:bodyPr>
          <a:lstStyle/>
          <a:p>
            <a:pPr fontAlgn="t">
              <a:lnSpc>
                <a:spcPts val="1500"/>
              </a:lnSpc>
              <a:buNone/>
            </a:pPr>
            <a:r>
              <a:rPr lang="en-IN" sz="2400" b="0" i="0" dirty="0">
                <a:solidFill>
                  <a:schemeClr val="bg1">
                    <a:lumMod val="95000"/>
                  </a:schemeClr>
                </a:solidFill>
                <a:effectLst/>
                <a:latin typeface="Segoe UI" panose="020B0502040204020203" pitchFamily="34" charset="0"/>
              </a:rPr>
              <a:t>1. Image Classification Contributions</a:t>
            </a:r>
          </a:p>
        </p:txBody>
      </p:sp>
      <p:sp>
        <p:nvSpPr>
          <p:cNvPr id="56" name="TextBox 55">
            <a:extLst>
              <a:ext uri="{FF2B5EF4-FFF2-40B4-BE49-F238E27FC236}">
                <a16:creationId xmlns:a16="http://schemas.microsoft.com/office/drawing/2014/main" id="{D4F2B37F-0BC3-B08D-E0C8-9D167EE72F4A}"/>
              </a:ext>
            </a:extLst>
          </p:cNvPr>
          <p:cNvSpPr txBox="1"/>
          <p:nvPr/>
        </p:nvSpPr>
        <p:spPr>
          <a:xfrm>
            <a:off x="974108" y="2281346"/>
            <a:ext cx="5495518" cy="3191258"/>
          </a:xfrm>
          <a:prstGeom prst="rect">
            <a:avLst/>
          </a:prstGeom>
          <a:noFill/>
        </p:spPr>
        <p:txBody>
          <a:bodyPr wrap="square">
            <a:spAutoFit/>
          </a:bodyPr>
          <a:lstStyle/>
          <a:p>
            <a:pPr algn="just" fontAlgn="t">
              <a:lnSpc>
                <a:spcPts val="1500"/>
              </a:lnSpc>
              <a:buNone/>
            </a:pPr>
            <a:r>
              <a:rPr lang="en-US" b="0" i="0" dirty="0">
                <a:solidFill>
                  <a:schemeClr val="bg1">
                    <a:lumMod val="95000"/>
                  </a:schemeClr>
                </a:solidFill>
                <a:effectLst/>
                <a:latin typeface="Segoe UI" panose="020B0502040204020203" pitchFamily="34" charset="0"/>
              </a:rPr>
              <a:t>A major technical achievement was the development and deployment of a deterministic, rule-based image classification pipeline tailored for procurement documents. Using OpenCV, the system extracts four key features—edge density, color histogram, geometric shapes, and aspect ratio—to categorize images as diagrams, tables, charts, screenshots, logos, or redundant visuals. Hygiene operations, including perceptual hashing for deduplication and markdown reference cleanup, reduced the FAISS index size by </a:t>
            </a:r>
            <a:r>
              <a:rPr lang="en-US" b="1" i="0" dirty="0">
                <a:solidFill>
                  <a:schemeClr val="bg1">
                    <a:lumMod val="95000"/>
                  </a:schemeClr>
                </a:solidFill>
                <a:effectLst/>
                <a:latin typeface="Segoe UI" panose="020B0502040204020203" pitchFamily="34" charset="0"/>
              </a:rPr>
              <a:t>20–30%</a:t>
            </a:r>
            <a:r>
              <a:rPr lang="en-US" b="0" i="0" dirty="0">
                <a:solidFill>
                  <a:schemeClr val="bg1">
                    <a:lumMod val="95000"/>
                  </a:schemeClr>
                </a:solidFill>
                <a:effectLst/>
                <a:latin typeface="Segoe UI" panose="020B0502040204020203" pitchFamily="34" charset="0"/>
              </a:rPr>
              <a:t> and improved retrieval speed by </a:t>
            </a:r>
            <a:r>
              <a:rPr lang="en-US" b="1" i="0" dirty="0">
                <a:solidFill>
                  <a:schemeClr val="bg1">
                    <a:lumMod val="95000"/>
                  </a:schemeClr>
                </a:solidFill>
                <a:effectLst/>
                <a:latin typeface="Segoe UI" panose="020B0502040204020203" pitchFamily="34" charset="0"/>
              </a:rPr>
              <a:t>18%</a:t>
            </a:r>
            <a:r>
              <a:rPr lang="en-US" b="0" i="0" dirty="0">
                <a:solidFill>
                  <a:schemeClr val="bg1">
                    <a:lumMod val="95000"/>
                  </a:schemeClr>
                </a:solidFill>
                <a:effectLst/>
                <a:latin typeface="Segoe UI" panose="020B0502040204020203" pitchFamily="34" charset="0"/>
              </a:rPr>
              <a:t>. This approach ensures only meaningful visuals are retained for downstream semantic search and UI display, enhancing both retrieval precision and user clarity without relying on machine learning models.</a:t>
            </a:r>
          </a:p>
        </p:txBody>
      </p:sp>
      <p:grpSp>
        <p:nvGrpSpPr>
          <p:cNvPr id="57" name="Group 56">
            <a:extLst>
              <a:ext uri="{FF2B5EF4-FFF2-40B4-BE49-F238E27FC236}">
                <a16:creationId xmlns:a16="http://schemas.microsoft.com/office/drawing/2014/main" id="{A18027D1-ECC9-C52F-9C8D-0077F3253610}"/>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553724" y="1601045"/>
            <a:ext cx="5184465" cy="4899454"/>
            <a:chOff x="1674895" y="1345036"/>
            <a:chExt cx="5428610" cy="4210939"/>
          </a:xfrm>
        </p:grpSpPr>
        <p:sp>
          <p:nvSpPr>
            <p:cNvPr id="58" name="Rectangle 57">
              <a:extLst>
                <a:ext uri="{FF2B5EF4-FFF2-40B4-BE49-F238E27FC236}">
                  <a16:creationId xmlns:a16="http://schemas.microsoft.com/office/drawing/2014/main" id="{A3221DE6-9268-1F94-6B33-3E9FC58A58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74895" y="1345036"/>
              <a:ext cx="5428610" cy="4210939"/>
            </a:xfrm>
            <a:prstGeom prst="rect">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74177A1E-B84C-4DC3-8938-C12C00D059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74895" y="1345036"/>
              <a:ext cx="5428610" cy="4210939"/>
            </a:xfrm>
            <a:prstGeom prst="rect">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0" name="Rectangle 59">
            <a:extLst>
              <a:ext uri="{FF2B5EF4-FFF2-40B4-BE49-F238E27FC236}">
                <a16:creationId xmlns:a16="http://schemas.microsoft.com/office/drawing/2014/main" id="{518A3681-CB7A-BA3D-C1DA-F1C4D5A60B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69626" y="1481108"/>
            <a:ext cx="5152027" cy="4899454"/>
          </a:xfrm>
          <a:prstGeom prst="rect">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Title 1">
            <a:extLst>
              <a:ext uri="{FF2B5EF4-FFF2-40B4-BE49-F238E27FC236}">
                <a16:creationId xmlns:a16="http://schemas.microsoft.com/office/drawing/2014/main" id="{68FE4B3D-1E22-9086-6630-43DFAD1F03C5}"/>
              </a:ext>
            </a:extLst>
          </p:cNvPr>
          <p:cNvSpPr txBox="1">
            <a:spLocks/>
          </p:cNvSpPr>
          <p:nvPr/>
        </p:nvSpPr>
        <p:spPr>
          <a:xfrm>
            <a:off x="5835947" y="1671053"/>
            <a:ext cx="5736622" cy="441732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ts val="600"/>
              </a:spcAft>
            </a:pPr>
            <a:endParaRPr lang="en-US" kern="1200" dirty="0">
              <a:solidFill>
                <a:schemeClr val="bg1"/>
              </a:solidFill>
              <a:latin typeface="+mj-lt"/>
              <a:ea typeface="+mj-ea"/>
              <a:cs typeface="+mj-cs"/>
            </a:endParaRPr>
          </a:p>
        </p:txBody>
      </p:sp>
      <p:pic>
        <p:nvPicPr>
          <p:cNvPr id="63" name="Picture 62">
            <a:extLst>
              <a:ext uri="{FF2B5EF4-FFF2-40B4-BE49-F238E27FC236}">
                <a16:creationId xmlns:a16="http://schemas.microsoft.com/office/drawing/2014/main" id="{224A26B6-1AB6-FE14-968A-FDE130A56309}"/>
              </a:ext>
            </a:extLst>
          </p:cNvPr>
          <p:cNvPicPr>
            <a:picLocks noChangeAspect="1"/>
          </p:cNvPicPr>
          <p:nvPr/>
        </p:nvPicPr>
        <p:blipFill>
          <a:blip r:embed="rId2"/>
          <a:stretch>
            <a:fillRect/>
          </a:stretch>
        </p:blipFill>
        <p:spPr>
          <a:xfrm>
            <a:off x="6570630" y="1564464"/>
            <a:ext cx="4950018" cy="4732742"/>
          </a:xfrm>
          <a:prstGeom prst="rect">
            <a:avLst/>
          </a:prstGeom>
        </p:spPr>
      </p:pic>
      <p:sp>
        <p:nvSpPr>
          <p:cNvPr id="64" name="Rectangle 63">
            <a:extLst>
              <a:ext uri="{FF2B5EF4-FFF2-40B4-BE49-F238E27FC236}">
                <a16:creationId xmlns:a16="http://schemas.microsoft.com/office/drawing/2014/main" id="{9963D29B-D854-EE99-FC4B-0AB491176E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flipV="1">
            <a:off x="974108" y="1198870"/>
            <a:ext cx="1873457"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65" name="Group 64">
            <a:extLst>
              <a:ext uri="{FF2B5EF4-FFF2-40B4-BE49-F238E27FC236}">
                <a16:creationId xmlns:a16="http://schemas.microsoft.com/office/drawing/2014/main" id="{FE65552D-2A20-3619-95A5-8C324F122F7E}"/>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053950" y="5849269"/>
            <a:ext cx="1598829" cy="531293"/>
            <a:chOff x="6491531" y="1420258"/>
            <a:chExt cx="1598829" cy="531293"/>
          </a:xfrm>
          <a:solidFill>
            <a:schemeClr val="bg1"/>
          </a:solidFill>
        </p:grpSpPr>
        <p:grpSp>
          <p:nvGrpSpPr>
            <p:cNvPr id="66" name="Graphic 190">
              <a:extLst>
                <a:ext uri="{FF2B5EF4-FFF2-40B4-BE49-F238E27FC236}">
                  <a16:creationId xmlns:a16="http://schemas.microsoft.com/office/drawing/2014/main" id="{6F968B37-CD51-E342-D85E-9FBAA58AA86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491531" y="1420258"/>
              <a:ext cx="1598829" cy="531293"/>
              <a:chOff x="2504802" y="1755501"/>
              <a:chExt cx="1598829" cy="531293"/>
            </a:xfrm>
            <a:grpFill/>
          </p:grpSpPr>
          <p:sp>
            <p:nvSpPr>
              <p:cNvPr id="70" name="Freeform: Shape 69">
                <a:extLst>
                  <a:ext uri="{FF2B5EF4-FFF2-40B4-BE49-F238E27FC236}">
                    <a16:creationId xmlns:a16="http://schemas.microsoft.com/office/drawing/2014/main" id="{DDEB46EE-8CE9-F80F-12C9-DBFAC3B238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D9EF2E05-BF8A-4245-208A-42278B60E1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grpSp>
          <p:nvGrpSpPr>
            <p:cNvPr id="67" name="Graphic 190">
              <a:extLst>
                <a:ext uri="{FF2B5EF4-FFF2-40B4-BE49-F238E27FC236}">
                  <a16:creationId xmlns:a16="http://schemas.microsoft.com/office/drawing/2014/main" id="{1EEAE832-C3EC-8D1C-9232-353D96BCE628}"/>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491531" y="1420258"/>
              <a:ext cx="1598829" cy="531293"/>
              <a:chOff x="2504802" y="1755501"/>
              <a:chExt cx="1598829" cy="531293"/>
            </a:xfrm>
            <a:grpFill/>
          </p:grpSpPr>
          <p:sp>
            <p:nvSpPr>
              <p:cNvPr id="68" name="Freeform: Shape 67">
                <a:extLst>
                  <a:ext uri="{FF2B5EF4-FFF2-40B4-BE49-F238E27FC236}">
                    <a16:creationId xmlns:a16="http://schemas.microsoft.com/office/drawing/2014/main" id="{A1CC3C6B-1006-AB38-37FA-3FEA1DA346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0EB70B79-289F-4F90-A67F-F3FB883CB2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grpSp>
    </p:spTree>
    <p:extLst>
      <p:ext uri="{BB962C8B-B14F-4D97-AF65-F5344CB8AC3E}">
        <p14:creationId xmlns:p14="http://schemas.microsoft.com/office/powerpoint/2010/main" val="8893145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20D45E-E020-E6A0-F435-4DECA5BE28E8}"/>
            </a:ext>
          </a:extLst>
        </p:cNvPr>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724922AA-EDEC-541D-CA32-8D99E3BF7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BD8204F7-11C3-C083-24B9-A74FDDDFF4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7388" y="181576"/>
            <a:ext cx="11823637" cy="650108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F7D9CB2E-8E00-66CE-B72D-1346CFA6FBB8}"/>
              </a:ext>
            </a:extLst>
          </p:cNvPr>
          <p:cNvSpPr txBox="1"/>
          <p:nvPr/>
        </p:nvSpPr>
        <p:spPr>
          <a:xfrm>
            <a:off x="5956784" y="396117"/>
            <a:ext cx="5217172" cy="1158857"/>
          </a:xfrm>
          <a:prstGeom prst="rect">
            <a:avLst/>
          </a:prstGeom>
        </p:spPr>
        <p:txBody>
          <a:bodyPr vert="horz" lIns="91440" tIns="45720" rIns="91440" bIns="45720" rtlCol="0" anchor="b">
            <a:normAutofit/>
          </a:bodyPr>
          <a:lstStyle/>
          <a:p>
            <a:pPr fontAlgn="t">
              <a:lnSpc>
                <a:spcPct val="90000"/>
              </a:lnSpc>
              <a:spcBef>
                <a:spcPct val="0"/>
              </a:spcBef>
              <a:spcAft>
                <a:spcPts val="600"/>
              </a:spcAft>
            </a:pPr>
            <a:r>
              <a:rPr lang="en-US" sz="2400" b="0" i="0" kern="1200" dirty="0">
                <a:solidFill>
                  <a:schemeClr val="bg1"/>
                </a:solidFill>
                <a:effectLst/>
                <a:latin typeface="+mj-lt"/>
                <a:ea typeface="+mj-ea"/>
                <a:cs typeface="+mj-cs"/>
              </a:rPr>
              <a:t>2. User Experience &amp; Feedback Logging</a:t>
            </a:r>
          </a:p>
        </p:txBody>
      </p:sp>
      <p:grpSp>
        <p:nvGrpSpPr>
          <p:cNvPr id="9" name="Graphic 38">
            <a:extLst>
              <a:ext uri="{FF2B5EF4-FFF2-40B4-BE49-F238E27FC236}">
                <a16:creationId xmlns:a16="http://schemas.microsoft.com/office/drawing/2014/main" id="{958819FB-1593-1E54-4E8C-FEF3568FB4FB}"/>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96583" y="975545"/>
            <a:ext cx="1910252" cy="709660"/>
            <a:chOff x="2267504" y="2540250"/>
            <a:chExt cx="1990951" cy="739640"/>
          </a:xfrm>
          <a:solidFill>
            <a:schemeClr val="bg1"/>
          </a:solidFill>
        </p:grpSpPr>
        <p:sp>
          <p:nvSpPr>
            <p:cNvPr id="11" name="Freeform: Shape 10">
              <a:extLst>
                <a:ext uri="{FF2B5EF4-FFF2-40B4-BE49-F238E27FC236}">
                  <a16:creationId xmlns:a16="http://schemas.microsoft.com/office/drawing/2014/main" id="{F28B2C85-6166-1290-8265-4B798B89EC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13" name="Freeform: Shape 12">
              <a:extLst>
                <a:ext uri="{FF2B5EF4-FFF2-40B4-BE49-F238E27FC236}">
                  <a16:creationId xmlns:a16="http://schemas.microsoft.com/office/drawing/2014/main" id="{D9E97459-FAFD-FE71-BAE8-34D69FE38F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sp>
        <p:nvSpPr>
          <p:cNvPr id="14" name="Oval 13">
            <a:extLst>
              <a:ext uri="{FF2B5EF4-FFF2-40B4-BE49-F238E27FC236}">
                <a16:creationId xmlns:a16="http://schemas.microsoft.com/office/drawing/2014/main" id="{661A22EE-1BA7-F21C-BFCF-B9812E07E7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959" y="4752208"/>
            <a:ext cx="365021"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5" name="Oval 14">
            <a:extLst>
              <a:ext uri="{FF2B5EF4-FFF2-40B4-BE49-F238E27FC236}">
                <a16:creationId xmlns:a16="http://schemas.microsoft.com/office/drawing/2014/main" id="{687F8322-AEE3-6FF3-7D4A-44D2D6EABC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959" y="4752208"/>
            <a:ext cx="365021" cy="365021"/>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pic>
        <p:nvPicPr>
          <p:cNvPr id="17" name="Picture 16">
            <a:extLst>
              <a:ext uri="{FF2B5EF4-FFF2-40B4-BE49-F238E27FC236}">
                <a16:creationId xmlns:a16="http://schemas.microsoft.com/office/drawing/2014/main" id="{FC1E7E9E-B0C4-8AB0-C3C9-1ACDCF11D7E1}"/>
              </a:ext>
            </a:extLst>
          </p:cNvPr>
          <p:cNvPicPr>
            <a:picLocks noChangeAspect="1"/>
          </p:cNvPicPr>
          <p:nvPr/>
        </p:nvPicPr>
        <p:blipFill rotWithShape="1">
          <a:blip r:embed="rId2">
            <a:extLst>
              <a:ext uri="{28A0092B-C50C-407E-A947-70E740481C1C}">
                <a14:useLocalDpi xmlns:a14="http://schemas.microsoft.com/office/drawing/2010/main" val="0"/>
              </a:ext>
            </a:extLst>
          </a:blip>
          <a:srcRect l="6380" t="3615" r="7568" b="7279"/>
          <a:stretch>
            <a:fillRect/>
          </a:stretch>
        </p:blipFill>
        <p:spPr bwMode="auto">
          <a:xfrm>
            <a:off x="1104981" y="1870370"/>
            <a:ext cx="4184774" cy="2992486"/>
          </a:xfrm>
          <a:prstGeom prst="rect">
            <a:avLst/>
          </a:prstGeom>
          <a:noFill/>
          <a:extLst>
            <a:ext uri="{53640926-AAD7-44D8-BBD7-CCE9431645EC}">
              <a14:shadowObscured xmlns:a14="http://schemas.microsoft.com/office/drawing/2010/main"/>
            </a:ext>
          </a:extLst>
        </p:spPr>
      </p:pic>
      <p:grpSp>
        <p:nvGrpSpPr>
          <p:cNvPr id="354" name="Graphic 4">
            <a:extLst>
              <a:ext uri="{FF2B5EF4-FFF2-40B4-BE49-F238E27FC236}">
                <a16:creationId xmlns:a16="http://schemas.microsoft.com/office/drawing/2014/main" id="{3E551A76-439F-A7A3-6562-B8D2400C2B4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109667" y="4903343"/>
            <a:ext cx="975169" cy="975171"/>
            <a:chOff x="5829300" y="3162300"/>
            <a:chExt cx="532256" cy="532257"/>
          </a:xfrm>
          <a:solidFill>
            <a:schemeClr val="bg1"/>
          </a:solidFill>
        </p:grpSpPr>
        <p:sp>
          <p:nvSpPr>
            <p:cNvPr id="355" name="Freeform: Shape 354">
              <a:extLst>
                <a:ext uri="{FF2B5EF4-FFF2-40B4-BE49-F238E27FC236}">
                  <a16:creationId xmlns:a16="http://schemas.microsoft.com/office/drawing/2014/main" id="{3CFB7BE4-204B-6DA6-A2C5-79D8204C21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356" name="Freeform: Shape 355">
              <a:extLst>
                <a:ext uri="{FF2B5EF4-FFF2-40B4-BE49-F238E27FC236}">
                  <a16:creationId xmlns:a16="http://schemas.microsoft.com/office/drawing/2014/main" id="{C57D8C0B-691F-204C-EA6E-37D9254ED6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357" name="Freeform: Shape 356">
              <a:extLst>
                <a:ext uri="{FF2B5EF4-FFF2-40B4-BE49-F238E27FC236}">
                  <a16:creationId xmlns:a16="http://schemas.microsoft.com/office/drawing/2014/main" id="{C610D8A9-7142-6AFD-4AAB-3BFA365EE3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358" name="Freeform: Shape 357">
              <a:extLst>
                <a:ext uri="{FF2B5EF4-FFF2-40B4-BE49-F238E27FC236}">
                  <a16:creationId xmlns:a16="http://schemas.microsoft.com/office/drawing/2014/main" id="{CEEC3BFD-5615-AA9B-CFE6-A697A37A07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359" name="Freeform: Shape 358">
              <a:extLst>
                <a:ext uri="{FF2B5EF4-FFF2-40B4-BE49-F238E27FC236}">
                  <a16:creationId xmlns:a16="http://schemas.microsoft.com/office/drawing/2014/main" id="{F075EA16-C320-3A6A-3811-64887E6870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360" name="Freeform: Shape 359">
              <a:extLst>
                <a:ext uri="{FF2B5EF4-FFF2-40B4-BE49-F238E27FC236}">
                  <a16:creationId xmlns:a16="http://schemas.microsoft.com/office/drawing/2014/main" id="{A8205BEF-898E-156C-594A-74C5EC6101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361" name="Freeform: Shape 360">
              <a:extLst>
                <a:ext uri="{FF2B5EF4-FFF2-40B4-BE49-F238E27FC236}">
                  <a16:creationId xmlns:a16="http://schemas.microsoft.com/office/drawing/2014/main" id="{1B91F102-0238-CE1D-B908-7A05CD0851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362" name="Freeform: Shape 361">
              <a:extLst>
                <a:ext uri="{FF2B5EF4-FFF2-40B4-BE49-F238E27FC236}">
                  <a16:creationId xmlns:a16="http://schemas.microsoft.com/office/drawing/2014/main" id="{F5472FFA-97B6-C913-B28E-55089B71FF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363" name="Freeform: Shape 362">
              <a:extLst>
                <a:ext uri="{FF2B5EF4-FFF2-40B4-BE49-F238E27FC236}">
                  <a16:creationId xmlns:a16="http://schemas.microsoft.com/office/drawing/2014/main" id="{B56B73B3-5F67-EA59-2B8F-7353618CEA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364" name="Freeform: Shape 363">
              <a:extLst>
                <a:ext uri="{FF2B5EF4-FFF2-40B4-BE49-F238E27FC236}">
                  <a16:creationId xmlns:a16="http://schemas.microsoft.com/office/drawing/2014/main" id="{C6643A04-F6C4-2633-DE13-B41D5798C4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365" name="Freeform: Shape 364">
              <a:extLst>
                <a:ext uri="{FF2B5EF4-FFF2-40B4-BE49-F238E27FC236}">
                  <a16:creationId xmlns:a16="http://schemas.microsoft.com/office/drawing/2014/main" id="{F5138A25-A32F-128F-2C17-1717E4191F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366" name="Freeform: Shape 365">
              <a:extLst>
                <a:ext uri="{FF2B5EF4-FFF2-40B4-BE49-F238E27FC236}">
                  <a16:creationId xmlns:a16="http://schemas.microsoft.com/office/drawing/2014/main" id="{0EB99E35-F888-90DD-2EB0-E9FE2DA89A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367" name="Freeform: Shape 366">
              <a:extLst>
                <a:ext uri="{FF2B5EF4-FFF2-40B4-BE49-F238E27FC236}">
                  <a16:creationId xmlns:a16="http://schemas.microsoft.com/office/drawing/2014/main" id="{8DDB3644-B7F1-8CC7-C36E-7F931AD6F5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dirty="0"/>
            </a:p>
          </p:txBody>
        </p:sp>
      </p:grpSp>
      <p:sp>
        <p:nvSpPr>
          <p:cNvPr id="368" name="TextBox 367">
            <a:extLst>
              <a:ext uri="{FF2B5EF4-FFF2-40B4-BE49-F238E27FC236}">
                <a16:creationId xmlns:a16="http://schemas.microsoft.com/office/drawing/2014/main" id="{E7C56464-3E01-728A-5ED6-DE561A645568}"/>
              </a:ext>
            </a:extLst>
          </p:cNvPr>
          <p:cNvSpPr txBox="1"/>
          <p:nvPr/>
        </p:nvSpPr>
        <p:spPr>
          <a:xfrm>
            <a:off x="5956783" y="1747592"/>
            <a:ext cx="5217173" cy="4351338"/>
          </a:xfrm>
          <a:prstGeom prst="rect">
            <a:avLst/>
          </a:prstGeom>
        </p:spPr>
        <p:txBody>
          <a:bodyPr vert="horz" lIns="91440" tIns="45720" rIns="91440" bIns="45720" rtlCol="0">
            <a:normAutofit/>
          </a:bodyPr>
          <a:lstStyle/>
          <a:p>
            <a:pPr algn="just" fontAlgn="t">
              <a:lnSpc>
                <a:spcPct val="90000"/>
              </a:lnSpc>
              <a:spcAft>
                <a:spcPts val="600"/>
              </a:spcAft>
            </a:pPr>
            <a:r>
              <a:rPr lang="en-US" b="0" i="0" dirty="0">
                <a:solidFill>
                  <a:schemeClr val="bg1"/>
                </a:solidFill>
                <a:effectLst/>
              </a:rPr>
              <a:t>To maximize usability, a custom </a:t>
            </a:r>
            <a:r>
              <a:rPr lang="en-US" b="0" i="0" dirty="0" err="1">
                <a:solidFill>
                  <a:schemeClr val="bg1"/>
                </a:solidFill>
                <a:effectLst/>
              </a:rPr>
              <a:t>Streamlit</a:t>
            </a:r>
            <a:r>
              <a:rPr lang="en-US" b="0" i="0" dirty="0">
                <a:solidFill>
                  <a:schemeClr val="bg1"/>
                </a:solidFill>
                <a:effectLst/>
              </a:rPr>
              <a:t>-based UI was implemented, featuring a dark/light theme toggle, fixed bottom input for seamless chat interaction, and embedded image rendering via Markdown tokens. User feedback is captured through inline thumbs-up/down buttons, with all responses and feedback logs stored for RLHF (Reinforcement Learning from Human Feedback) analysis. The architecture supports real-time regeneration of answers, cache optimization, and detailed logging across four streams—token usage, retrieval stats, pipeline events, and chat history. These enhancements have led to an </a:t>
            </a:r>
            <a:r>
              <a:rPr lang="en-US" b="1" i="0" dirty="0">
                <a:solidFill>
                  <a:schemeClr val="bg1"/>
                </a:solidFill>
                <a:effectLst/>
              </a:rPr>
              <a:t>86% positive feedback rate</a:t>
            </a:r>
            <a:r>
              <a:rPr lang="en-US" b="0" i="0" dirty="0">
                <a:solidFill>
                  <a:schemeClr val="bg1"/>
                </a:solidFill>
                <a:effectLst/>
              </a:rPr>
              <a:t> and an </a:t>
            </a:r>
            <a:r>
              <a:rPr lang="en-US" b="1" i="0" dirty="0">
                <a:solidFill>
                  <a:schemeClr val="bg1"/>
                </a:solidFill>
                <a:effectLst/>
              </a:rPr>
              <a:t>84% reduction in query resolution time</a:t>
            </a:r>
            <a:r>
              <a:rPr lang="en-US" b="0" i="0" dirty="0">
                <a:solidFill>
                  <a:schemeClr val="bg1"/>
                </a:solidFill>
                <a:effectLst/>
              </a:rPr>
              <a:t>, demonstrating strong user adoption and continuous improvement in both performance and compliance.</a:t>
            </a:r>
          </a:p>
        </p:txBody>
      </p:sp>
    </p:spTree>
    <p:extLst>
      <p:ext uri="{BB962C8B-B14F-4D97-AF65-F5344CB8AC3E}">
        <p14:creationId xmlns:p14="http://schemas.microsoft.com/office/powerpoint/2010/main" val="27996890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3F7B0D-2943-CB9F-38A3-D3BBCC32797C}"/>
            </a:ext>
          </a:extLst>
        </p:cNvPr>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7D7AA4B2-EE72-9754-3B42-9B0A7F0B80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A6B9FFAA-EEF2-F78D-0E0D-B00444D341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7388" y="181576"/>
            <a:ext cx="11823637" cy="650108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Connector 4">
            <a:extLst>
              <a:ext uri="{FF2B5EF4-FFF2-40B4-BE49-F238E27FC236}">
                <a16:creationId xmlns:a16="http://schemas.microsoft.com/office/drawing/2014/main" id="{371E8F0A-5F15-8E87-472B-0EA30D0C231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205" y="4896346"/>
            <a:ext cx="0" cy="1789387"/>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49B00C4F-D3A7-9906-D324-865C1D30AA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82583" y="3179190"/>
            <a:ext cx="6096001" cy="2954243"/>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D801D0FA-BFF8-4455-FFD0-B5573E61FC5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02322" y="1627909"/>
            <a:ext cx="0" cy="1643142"/>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F702A386-51E2-E80C-AD64-E94AD99859E5}"/>
              </a:ext>
            </a:extLst>
          </p:cNvPr>
          <p:cNvPicPr>
            <a:picLocks noChangeAspect="1"/>
          </p:cNvPicPr>
          <p:nvPr/>
        </p:nvPicPr>
        <p:blipFill>
          <a:blip r:embed="rId2"/>
          <a:stretch>
            <a:fillRect/>
          </a:stretch>
        </p:blipFill>
        <p:spPr>
          <a:xfrm>
            <a:off x="3586837" y="3271648"/>
            <a:ext cx="5887491" cy="2769326"/>
          </a:xfrm>
          <a:prstGeom prst="rect">
            <a:avLst/>
          </a:prstGeom>
        </p:spPr>
      </p:pic>
      <p:grpSp>
        <p:nvGrpSpPr>
          <p:cNvPr id="16" name="Group 15">
            <a:extLst>
              <a:ext uri="{FF2B5EF4-FFF2-40B4-BE49-F238E27FC236}">
                <a16:creationId xmlns:a16="http://schemas.microsoft.com/office/drawing/2014/main" id="{0513AA27-7001-A8B8-E3ED-92BCEB08FD25}"/>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0" y="377893"/>
            <a:ext cx="1861854" cy="717514"/>
            <a:chOff x="0" y="377893"/>
            <a:chExt cx="1861854" cy="717514"/>
          </a:xfrm>
          <a:solidFill>
            <a:schemeClr val="bg1"/>
          </a:solidFill>
        </p:grpSpPr>
        <p:sp>
          <p:nvSpPr>
            <p:cNvPr id="17" name="Freeform: Shape 16">
              <a:extLst>
                <a:ext uri="{FF2B5EF4-FFF2-40B4-BE49-F238E27FC236}">
                  <a16:creationId xmlns:a16="http://schemas.microsoft.com/office/drawing/2014/main" id="{57B1C7A8-1794-B1B2-1CF2-1513C62ED5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778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a:p>
          </p:txBody>
        </p:sp>
        <p:sp>
          <p:nvSpPr>
            <p:cNvPr id="18" name="Freeform: Shape 17">
              <a:extLst>
                <a:ext uri="{FF2B5EF4-FFF2-40B4-BE49-F238E27FC236}">
                  <a16:creationId xmlns:a16="http://schemas.microsoft.com/office/drawing/2014/main" id="{F0F9B9B1-9E22-35B0-189D-B06E0BED0B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1762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dirty="0"/>
            </a:p>
          </p:txBody>
        </p:sp>
      </p:grpSp>
      <p:grpSp>
        <p:nvGrpSpPr>
          <p:cNvPr id="19" name="Graphic 185">
            <a:extLst>
              <a:ext uri="{FF2B5EF4-FFF2-40B4-BE49-F238E27FC236}">
                <a16:creationId xmlns:a16="http://schemas.microsoft.com/office/drawing/2014/main" id="{12B1510C-785C-41C8-56FB-DB29BD0AEBB5}"/>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0428634" y="5987064"/>
            <a:ext cx="1054466" cy="469689"/>
            <a:chOff x="9841624" y="4115729"/>
            <a:chExt cx="602169" cy="268223"/>
          </a:xfrm>
          <a:solidFill>
            <a:schemeClr val="bg1"/>
          </a:solidFill>
        </p:grpSpPr>
        <p:sp>
          <p:nvSpPr>
            <p:cNvPr id="20" name="Freeform: Shape 19">
              <a:extLst>
                <a:ext uri="{FF2B5EF4-FFF2-40B4-BE49-F238E27FC236}">
                  <a16:creationId xmlns:a16="http://schemas.microsoft.com/office/drawing/2014/main" id="{2BCEBF72-9B0D-0C3A-2C06-539BE2EC15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C012936A-B046-D38E-E625-74F0D43005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959FBBC9-932B-C882-D7EC-C3065FAB86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B43C56A4-D4E8-D92D-D5D9-D8A42EFAB2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C3DE2F82-7F12-F7F1-2ADE-B2A5918E15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25" name="Rectangle 24">
            <a:extLst>
              <a:ext uri="{FF2B5EF4-FFF2-40B4-BE49-F238E27FC236}">
                <a16:creationId xmlns:a16="http://schemas.microsoft.com/office/drawing/2014/main" id="{FA25F7A5-4CA7-33DE-35D2-97100C5C91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1000449" y="1239075"/>
            <a:ext cx="10451592" cy="18288"/>
          </a:xfrm>
          <a:prstGeom prst="rect">
            <a:avLst/>
          </a:prstGeom>
          <a:solidFill>
            <a:srgbClr val="FFFFFF"/>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 name="Rectangle 25">
            <a:extLst>
              <a:ext uri="{FF2B5EF4-FFF2-40B4-BE49-F238E27FC236}">
                <a16:creationId xmlns:a16="http://schemas.microsoft.com/office/drawing/2014/main" id="{E7F07A62-7A05-1079-4C65-5495151A9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flipV="1">
            <a:off x="9578584" y="1089264"/>
            <a:ext cx="1873457"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Title 1">
            <a:extLst>
              <a:ext uri="{FF2B5EF4-FFF2-40B4-BE49-F238E27FC236}">
                <a16:creationId xmlns:a16="http://schemas.microsoft.com/office/drawing/2014/main" id="{D5FBCCDA-68A0-9F35-6763-CB31B30018AC}"/>
              </a:ext>
            </a:extLst>
          </p:cNvPr>
          <p:cNvSpPr txBox="1">
            <a:spLocks/>
          </p:cNvSpPr>
          <p:nvPr/>
        </p:nvSpPr>
        <p:spPr>
          <a:xfrm>
            <a:off x="9605918" y="370985"/>
            <a:ext cx="6161004" cy="88637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Aft>
                <a:spcPts val="600"/>
              </a:spcAft>
            </a:pPr>
            <a:r>
              <a:rPr lang="en-US" dirty="0">
                <a:solidFill>
                  <a:schemeClr val="bg1">
                    <a:lumMod val="95000"/>
                  </a:schemeClr>
                </a:solidFill>
              </a:rPr>
              <a:t>Results</a:t>
            </a:r>
            <a:endParaRPr lang="en-US" kern="1200" dirty="0">
              <a:solidFill>
                <a:schemeClr val="bg1"/>
              </a:solidFill>
              <a:latin typeface="+mj-lt"/>
              <a:ea typeface="+mj-ea"/>
              <a:cs typeface="+mj-cs"/>
            </a:endParaRPr>
          </a:p>
        </p:txBody>
      </p:sp>
      <p:sp>
        <p:nvSpPr>
          <p:cNvPr id="28" name="TextBox 27">
            <a:extLst>
              <a:ext uri="{FF2B5EF4-FFF2-40B4-BE49-F238E27FC236}">
                <a16:creationId xmlns:a16="http://schemas.microsoft.com/office/drawing/2014/main" id="{2FCF5A0D-7D5D-37D6-9DCC-343251609742}"/>
              </a:ext>
            </a:extLst>
          </p:cNvPr>
          <p:cNvSpPr txBox="1"/>
          <p:nvPr/>
        </p:nvSpPr>
        <p:spPr>
          <a:xfrm>
            <a:off x="930927" y="1554619"/>
            <a:ext cx="6843250" cy="305853"/>
          </a:xfrm>
          <a:prstGeom prst="rect">
            <a:avLst/>
          </a:prstGeom>
          <a:noFill/>
        </p:spPr>
        <p:txBody>
          <a:bodyPr wrap="square">
            <a:spAutoFit/>
          </a:bodyPr>
          <a:lstStyle/>
          <a:p>
            <a:pPr fontAlgn="t">
              <a:lnSpc>
                <a:spcPts val="1500"/>
              </a:lnSpc>
              <a:buNone/>
            </a:pPr>
            <a:r>
              <a:rPr lang="en-US" dirty="0">
                <a:solidFill>
                  <a:schemeClr val="bg1"/>
                </a:solidFill>
              </a:rPr>
              <a:t>Performance Breakdown of Embedding Pipeline Operations</a:t>
            </a:r>
          </a:p>
        </p:txBody>
      </p:sp>
      <p:sp>
        <p:nvSpPr>
          <p:cNvPr id="29" name="TextBox 28">
            <a:extLst>
              <a:ext uri="{FF2B5EF4-FFF2-40B4-BE49-F238E27FC236}">
                <a16:creationId xmlns:a16="http://schemas.microsoft.com/office/drawing/2014/main" id="{9D609191-B837-1C5C-80F3-995F51D074FE}"/>
              </a:ext>
            </a:extLst>
          </p:cNvPr>
          <p:cNvSpPr txBox="1"/>
          <p:nvPr/>
        </p:nvSpPr>
        <p:spPr>
          <a:xfrm>
            <a:off x="930927" y="1885805"/>
            <a:ext cx="10377375" cy="1200329"/>
          </a:xfrm>
          <a:prstGeom prst="rect">
            <a:avLst/>
          </a:prstGeom>
          <a:noFill/>
        </p:spPr>
        <p:txBody>
          <a:bodyPr wrap="square">
            <a:spAutoFit/>
          </a:bodyPr>
          <a:lstStyle/>
          <a:p>
            <a:pPr algn="just" fontAlgn="t">
              <a:buNone/>
            </a:pPr>
            <a:r>
              <a:rPr lang="en-US" dirty="0">
                <a:solidFill>
                  <a:schemeClr val="bg1"/>
                </a:solidFill>
              </a:rPr>
              <a:t>A detailed analysis of the embedding pipeline revealed that API embedding calls accounted for 80% of the total operation time, while JSONL serialization and FAISS index construction contributed 15% and 5%, respectively. These insights guided targeted optimizations, resulting in faster processing and improved scalability for large-scale procurement document retrieval.</a:t>
            </a:r>
          </a:p>
        </p:txBody>
      </p:sp>
    </p:spTree>
    <p:extLst>
      <p:ext uri="{BB962C8B-B14F-4D97-AF65-F5344CB8AC3E}">
        <p14:creationId xmlns:p14="http://schemas.microsoft.com/office/powerpoint/2010/main" val="25163331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5C694F-EFFF-BC21-07A2-E428EC54140E}"/>
            </a:ext>
          </a:extLst>
        </p:cNvPr>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A5149551-80CB-88A7-B249-B4211A7B78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403457B0-C0E4-1308-4101-3990590BA4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7388" y="181576"/>
            <a:ext cx="11823637" cy="650108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F26C8F3C-6FCB-A0C7-3262-675CBD025A42}"/>
              </a:ext>
            </a:extLst>
          </p:cNvPr>
          <p:cNvSpPr txBox="1"/>
          <p:nvPr/>
        </p:nvSpPr>
        <p:spPr>
          <a:xfrm>
            <a:off x="304805" y="496527"/>
            <a:ext cx="11563235" cy="646331"/>
          </a:xfrm>
          <a:prstGeom prst="rect">
            <a:avLst/>
          </a:prstGeom>
          <a:noFill/>
        </p:spPr>
        <p:txBody>
          <a:bodyPr wrap="square">
            <a:spAutoFit/>
          </a:bodyPr>
          <a:lstStyle/>
          <a:p>
            <a:pPr algn="just" fontAlgn="t">
              <a:buNone/>
            </a:pPr>
            <a:r>
              <a:rPr lang="en-US" dirty="0">
                <a:solidFill>
                  <a:schemeClr val="bg1"/>
                </a:solidFill>
              </a:rPr>
              <a:t>We built </a:t>
            </a:r>
            <a:r>
              <a:rPr lang="en-US" b="1" dirty="0">
                <a:solidFill>
                  <a:schemeClr val="bg1"/>
                </a:solidFill>
              </a:rPr>
              <a:t>a rule‑based image classifier </a:t>
            </a:r>
            <a:r>
              <a:rPr lang="en-US" dirty="0">
                <a:solidFill>
                  <a:schemeClr val="bg1"/>
                </a:solidFill>
              </a:rPr>
              <a:t>using features like edge density, color histograms, geometry, and aspect ratio—no ML/DL models involved.</a:t>
            </a:r>
          </a:p>
        </p:txBody>
      </p:sp>
      <p:sp>
        <p:nvSpPr>
          <p:cNvPr id="12" name="TextBox 11">
            <a:extLst>
              <a:ext uri="{FF2B5EF4-FFF2-40B4-BE49-F238E27FC236}">
                <a16:creationId xmlns:a16="http://schemas.microsoft.com/office/drawing/2014/main" id="{2994765C-1F43-0B76-3806-F873FC1D613E}"/>
              </a:ext>
            </a:extLst>
          </p:cNvPr>
          <p:cNvSpPr txBox="1"/>
          <p:nvPr/>
        </p:nvSpPr>
        <p:spPr>
          <a:xfrm>
            <a:off x="304805" y="1062494"/>
            <a:ext cx="11706220" cy="646331"/>
          </a:xfrm>
          <a:prstGeom prst="rect">
            <a:avLst/>
          </a:prstGeom>
          <a:noFill/>
        </p:spPr>
        <p:txBody>
          <a:bodyPr wrap="square">
            <a:spAutoFit/>
          </a:bodyPr>
          <a:lstStyle/>
          <a:p>
            <a:pPr algn="just" fontAlgn="t">
              <a:buNone/>
            </a:pPr>
            <a:r>
              <a:rPr lang="en-US" dirty="0">
                <a:solidFill>
                  <a:schemeClr val="bg1"/>
                </a:solidFill>
              </a:rPr>
              <a:t>It reliably separates procurement visuals (e.g., </a:t>
            </a:r>
            <a:r>
              <a:rPr lang="en-US" dirty="0" err="1">
                <a:solidFill>
                  <a:schemeClr val="bg1"/>
                </a:solidFill>
              </a:rPr>
              <a:t>nov_logos</a:t>
            </a:r>
            <a:r>
              <a:rPr lang="en-US" dirty="0">
                <a:solidFill>
                  <a:schemeClr val="bg1"/>
                </a:solidFill>
              </a:rPr>
              <a:t>: 487, monochrome: 324, content: 556) and filters headers, strips, and templates to reduce noise.</a:t>
            </a:r>
          </a:p>
        </p:txBody>
      </p:sp>
      <p:sp>
        <p:nvSpPr>
          <p:cNvPr id="15" name="TextBox 14">
            <a:extLst>
              <a:ext uri="{FF2B5EF4-FFF2-40B4-BE49-F238E27FC236}">
                <a16:creationId xmlns:a16="http://schemas.microsoft.com/office/drawing/2014/main" id="{3CA0ED7A-6465-4692-E694-1BFF348D9CB6}"/>
              </a:ext>
            </a:extLst>
          </p:cNvPr>
          <p:cNvSpPr txBox="1"/>
          <p:nvPr/>
        </p:nvSpPr>
        <p:spPr>
          <a:xfrm>
            <a:off x="304805" y="5969417"/>
            <a:ext cx="11384876" cy="646331"/>
          </a:xfrm>
          <a:prstGeom prst="rect">
            <a:avLst/>
          </a:prstGeom>
          <a:noFill/>
        </p:spPr>
        <p:txBody>
          <a:bodyPr wrap="square">
            <a:spAutoFit/>
          </a:bodyPr>
          <a:lstStyle/>
          <a:p>
            <a:pPr fontAlgn="t">
              <a:buNone/>
            </a:pPr>
            <a:r>
              <a:rPr lang="en-US" dirty="0">
                <a:solidFill>
                  <a:schemeClr val="bg1"/>
                </a:solidFill>
              </a:rPr>
              <a:t>This hygiene step shrank the index, improved retrieval precision, and ensured only meaningful images are retained for ProcureAssistant results.</a:t>
            </a:r>
          </a:p>
        </p:txBody>
      </p:sp>
      <p:graphicFrame>
        <p:nvGraphicFramePr>
          <p:cNvPr id="4" name="Table 3">
            <a:extLst>
              <a:ext uri="{FF2B5EF4-FFF2-40B4-BE49-F238E27FC236}">
                <a16:creationId xmlns:a16="http://schemas.microsoft.com/office/drawing/2014/main" id="{5C4C9123-F309-7079-F6E0-BF7C3C253F1E}"/>
              </a:ext>
            </a:extLst>
          </p:cNvPr>
          <p:cNvGraphicFramePr>
            <a:graphicFrameLocks noGrp="1"/>
          </p:cNvGraphicFramePr>
          <p:nvPr>
            <p:extLst>
              <p:ext uri="{D42A27DB-BD31-4B8C-83A1-F6EECF244321}">
                <p14:modId xmlns:p14="http://schemas.microsoft.com/office/powerpoint/2010/main" val="2321029763"/>
              </p:ext>
            </p:extLst>
          </p:nvPr>
        </p:nvGraphicFramePr>
        <p:xfrm>
          <a:off x="447900" y="1799389"/>
          <a:ext cx="11241781" cy="4079240"/>
        </p:xfrm>
        <a:graphic>
          <a:graphicData uri="http://schemas.openxmlformats.org/drawingml/2006/table">
            <a:tbl>
              <a:tblPr firstRow="1" bandRow="1">
                <a:tableStyleId>{5940675A-B579-460E-94D1-54222C63F5DA}</a:tableStyleId>
              </a:tblPr>
              <a:tblGrid>
                <a:gridCol w="1388826">
                  <a:extLst>
                    <a:ext uri="{9D8B030D-6E8A-4147-A177-3AD203B41FA5}">
                      <a16:colId xmlns:a16="http://schemas.microsoft.com/office/drawing/2014/main" val="99649466"/>
                    </a:ext>
                  </a:extLst>
                </a:gridCol>
                <a:gridCol w="1288473">
                  <a:extLst>
                    <a:ext uri="{9D8B030D-6E8A-4147-A177-3AD203B41FA5}">
                      <a16:colId xmlns:a16="http://schemas.microsoft.com/office/drawing/2014/main" val="764564348"/>
                    </a:ext>
                  </a:extLst>
                </a:gridCol>
                <a:gridCol w="789709">
                  <a:extLst>
                    <a:ext uri="{9D8B030D-6E8A-4147-A177-3AD203B41FA5}">
                      <a16:colId xmlns:a16="http://schemas.microsoft.com/office/drawing/2014/main" val="3014422317"/>
                    </a:ext>
                  </a:extLst>
                </a:gridCol>
                <a:gridCol w="810491">
                  <a:extLst>
                    <a:ext uri="{9D8B030D-6E8A-4147-A177-3AD203B41FA5}">
                      <a16:colId xmlns:a16="http://schemas.microsoft.com/office/drawing/2014/main" val="1594750224"/>
                    </a:ext>
                  </a:extLst>
                </a:gridCol>
                <a:gridCol w="426027">
                  <a:extLst>
                    <a:ext uri="{9D8B030D-6E8A-4147-A177-3AD203B41FA5}">
                      <a16:colId xmlns:a16="http://schemas.microsoft.com/office/drawing/2014/main" val="3915806131"/>
                    </a:ext>
                  </a:extLst>
                </a:gridCol>
                <a:gridCol w="1279365">
                  <a:extLst>
                    <a:ext uri="{9D8B030D-6E8A-4147-A177-3AD203B41FA5}">
                      <a16:colId xmlns:a16="http://schemas.microsoft.com/office/drawing/2014/main" val="2378106834"/>
                    </a:ext>
                  </a:extLst>
                </a:gridCol>
                <a:gridCol w="955964">
                  <a:extLst>
                    <a:ext uri="{9D8B030D-6E8A-4147-A177-3AD203B41FA5}">
                      <a16:colId xmlns:a16="http://schemas.microsoft.com/office/drawing/2014/main" val="2723958415"/>
                    </a:ext>
                  </a:extLst>
                </a:gridCol>
                <a:gridCol w="1009269">
                  <a:extLst>
                    <a:ext uri="{9D8B030D-6E8A-4147-A177-3AD203B41FA5}">
                      <a16:colId xmlns:a16="http://schemas.microsoft.com/office/drawing/2014/main" val="1893235476"/>
                    </a:ext>
                  </a:extLst>
                </a:gridCol>
                <a:gridCol w="665018">
                  <a:extLst>
                    <a:ext uri="{9D8B030D-6E8A-4147-A177-3AD203B41FA5}">
                      <a16:colId xmlns:a16="http://schemas.microsoft.com/office/drawing/2014/main" val="2172423769"/>
                    </a:ext>
                  </a:extLst>
                </a:gridCol>
                <a:gridCol w="966354">
                  <a:extLst>
                    <a:ext uri="{9D8B030D-6E8A-4147-A177-3AD203B41FA5}">
                      <a16:colId xmlns:a16="http://schemas.microsoft.com/office/drawing/2014/main" val="2712442652"/>
                    </a:ext>
                  </a:extLst>
                </a:gridCol>
                <a:gridCol w="881945">
                  <a:extLst>
                    <a:ext uri="{9D8B030D-6E8A-4147-A177-3AD203B41FA5}">
                      <a16:colId xmlns:a16="http://schemas.microsoft.com/office/drawing/2014/main" val="1039290801"/>
                    </a:ext>
                  </a:extLst>
                </a:gridCol>
                <a:gridCol w="780340">
                  <a:extLst>
                    <a:ext uri="{9D8B030D-6E8A-4147-A177-3AD203B41FA5}">
                      <a16:colId xmlns:a16="http://schemas.microsoft.com/office/drawing/2014/main" val="436558989"/>
                    </a:ext>
                  </a:extLst>
                </a:gridCol>
              </a:tblGrid>
              <a:tr h="370840">
                <a:tc>
                  <a:txBody>
                    <a:bodyPr/>
                    <a:lstStyle/>
                    <a:p>
                      <a:pPr algn="l" rtl="0" fontAlgn="b">
                        <a:buNone/>
                      </a:pPr>
                      <a:r>
                        <a:rPr lang="en-IN" sz="1600" b="1" i="0" u="none" strike="noStrike" dirty="0" err="1">
                          <a:solidFill>
                            <a:schemeClr val="bg1"/>
                          </a:solidFill>
                          <a:effectLst/>
                          <a:latin typeface="Aptos" panose="020B0004020202020204" pitchFamily="34" charset="0"/>
                        </a:rPr>
                        <a:t>True_Label</a:t>
                      </a:r>
                      <a:endParaRPr lang="en-IN" sz="1600" b="1" i="0" u="none" strike="noStrike" dirty="0">
                        <a:solidFill>
                          <a:schemeClr val="bg1"/>
                        </a:solidFill>
                        <a:effectLst/>
                        <a:latin typeface="Aptos" panose="020B0004020202020204" pitchFamily="34" charset="0"/>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rtl="0" fontAlgn="b">
                        <a:buNone/>
                      </a:pPr>
                      <a:r>
                        <a:rPr lang="en-IN" sz="1600" b="1" i="0" u="none" strike="noStrike">
                          <a:solidFill>
                            <a:schemeClr val="bg1"/>
                          </a:solidFill>
                          <a:effectLst/>
                          <a:latin typeface="Aptos" panose="020B0004020202020204" pitchFamily="34" charset="0"/>
                        </a:rPr>
                        <a:t>brand_names</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rtl="0" fontAlgn="b">
                        <a:buNone/>
                      </a:pPr>
                      <a:r>
                        <a:rPr lang="en-IN" sz="1600" b="1" i="0" u="none" strike="noStrike">
                          <a:solidFill>
                            <a:schemeClr val="bg1"/>
                          </a:solidFill>
                          <a:effectLst/>
                          <a:latin typeface="Aptos" panose="020B0004020202020204" pitchFamily="34" charset="0"/>
                        </a:rPr>
                        <a:t>content</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rtl="0" fontAlgn="b">
                        <a:buNone/>
                      </a:pPr>
                      <a:r>
                        <a:rPr lang="en-IN" sz="1600" b="1" i="0" u="none" strike="noStrike">
                          <a:solidFill>
                            <a:schemeClr val="bg1"/>
                          </a:solidFill>
                          <a:effectLst/>
                          <a:latin typeface="Aptos" panose="020B0004020202020204" pitchFamily="34" charset="0"/>
                        </a:rPr>
                        <a:t>headers</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rtl="0" fontAlgn="b">
                        <a:buNone/>
                      </a:pPr>
                      <a:r>
                        <a:rPr lang="en-IN" sz="1600" b="1" i="0" u="none" strike="noStrike">
                          <a:solidFill>
                            <a:schemeClr val="bg1"/>
                          </a:solidFill>
                          <a:effectLst/>
                          <a:latin typeface="Aptos" panose="020B0004020202020204" pitchFamily="34" charset="0"/>
                        </a:rPr>
                        <a:t>icon</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rtl="0" fontAlgn="b">
                        <a:buNone/>
                      </a:pPr>
                      <a:r>
                        <a:rPr lang="en-IN" sz="1600" b="1" i="0" u="none" strike="noStrike">
                          <a:solidFill>
                            <a:schemeClr val="bg1"/>
                          </a:solidFill>
                          <a:effectLst/>
                          <a:latin typeface="Aptos" panose="020B0004020202020204" pitchFamily="34" charset="0"/>
                        </a:rPr>
                        <a:t>monochrome</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rtl="0" fontAlgn="b">
                        <a:buNone/>
                      </a:pPr>
                      <a:r>
                        <a:rPr lang="en-IN" sz="1600" b="1" i="0" u="none" strike="noStrike">
                          <a:solidFill>
                            <a:schemeClr val="bg1"/>
                          </a:solidFill>
                          <a:effectLst/>
                          <a:latin typeface="Aptos" panose="020B0004020202020204" pitchFamily="34" charset="0"/>
                        </a:rPr>
                        <a:t>nov_logos</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rtl="0" fontAlgn="b">
                        <a:buNone/>
                      </a:pPr>
                      <a:r>
                        <a:rPr lang="en-IN" sz="1600" b="1" i="0" u="none" strike="noStrike">
                          <a:solidFill>
                            <a:schemeClr val="bg1"/>
                          </a:solidFill>
                          <a:effectLst/>
                          <a:latin typeface="Aptos" panose="020B0004020202020204" pitchFamily="34" charset="0"/>
                        </a:rPr>
                        <a:t>nov_name</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rtl="0" fontAlgn="b">
                        <a:buNone/>
                      </a:pPr>
                      <a:r>
                        <a:rPr lang="en-IN" sz="1600" b="1" i="0" u="none" strike="noStrike">
                          <a:solidFill>
                            <a:schemeClr val="bg1"/>
                          </a:solidFill>
                          <a:effectLst/>
                          <a:latin typeface="Aptos" panose="020B0004020202020204" pitchFamily="34" charset="0"/>
                        </a:rPr>
                        <a:t>strips</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rtl="0" fontAlgn="b">
                        <a:buNone/>
                      </a:pPr>
                      <a:r>
                        <a:rPr lang="en-IN" sz="1600" b="1" i="0" u="none" strike="noStrike">
                          <a:solidFill>
                            <a:schemeClr val="bg1"/>
                          </a:solidFill>
                          <a:effectLst/>
                          <a:latin typeface="Aptos" panose="020B0004020202020204" pitchFamily="34" charset="0"/>
                        </a:rPr>
                        <a:t>templates</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rtl="0" fontAlgn="b">
                        <a:buNone/>
                      </a:pPr>
                      <a:r>
                        <a:rPr lang="en-IN" sz="1600" b="1" i="0" u="none" strike="noStrike">
                          <a:solidFill>
                            <a:schemeClr val="bg1"/>
                          </a:solidFill>
                          <a:effectLst/>
                          <a:latin typeface="Aptos" panose="020B0004020202020204" pitchFamily="34" charset="0"/>
                        </a:rPr>
                        <a:t>unknown</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rtl="0" fontAlgn="b">
                        <a:buNone/>
                      </a:pPr>
                      <a:r>
                        <a:rPr lang="en-IN" sz="1600" b="1" i="0" u="none" strike="noStrike" dirty="0">
                          <a:solidFill>
                            <a:schemeClr val="bg1"/>
                          </a:solidFill>
                          <a:effectLst/>
                          <a:latin typeface="Aptos" panose="020B0004020202020204" pitchFamily="34" charset="0"/>
                        </a:rPr>
                        <a:t>Total</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863459652"/>
                  </a:ext>
                </a:extLst>
              </a:tr>
              <a:tr h="370840">
                <a:tc>
                  <a:txBody>
                    <a:bodyPr/>
                    <a:lstStyle/>
                    <a:p>
                      <a:pPr algn="l" rtl="0" fontAlgn="b">
                        <a:buNone/>
                      </a:pPr>
                      <a:r>
                        <a:rPr lang="en-IN" sz="1600" b="1" i="0" u="none" strike="noStrike">
                          <a:solidFill>
                            <a:schemeClr val="bg1"/>
                          </a:solidFill>
                          <a:effectLst/>
                          <a:latin typeface="Aptos" panose="020B0004020202020204" pitchFamily="34" charset="0"/>
                        </a:rPr>
                        <a:t>brand_names</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dirty="0">
                          <a:solidFill>
                            <a:schemeClr val="bg1"/>
                          </a:solidFill>
                          <a:effectLst/>
                          <a:highlight>
                            <a:srgbClr val="0000FF"/>
                          </a:highlight>
                          <a:latin typeface="Aptos" panose="020B0004020202020204" pitchFamily="34" charset="0"/>
                        </a:rPr>
                        <a:t>25</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1</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0</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4</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dirty="0">
                          <a:solidFill>
                            <a:schemeClr val="bg1"/>
                          </a:solidFill>
                          <a:effectLst/>
                          <a:latin typeface="Aptos" panose="020B0004020202020204" pitchFamily="34" charset="0"/>
                        </a:rPr>
                        <a:t>0</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1</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3</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0</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0</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0</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34</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649769148"/>
                  </a:ext>
                </a:extLst>
              </a:tr>
              <a:tr h="370840">
                <a:tc>
                  <a:txBody>
                    <a:bodyPr/>
                    <a:lstStyle/>
                    <a:p>
                      <a:pPr algn="l" rtl="0" fontAlgn="b">
                        <a:buNone/>
                      </a:pPr>
                      <a:r>
                        <a:rPr lang="en-IN" sz="1600" b="1" i="0" u="none" strike="noStrike">
                          <a:solidFill>
                            <a:schemeClr val="bg1"/>
                          </a:solidFill>
                          <a:effectLst/>
                          <a:latin typeface="Aptos" panose="020B0004020202020204" pitchFamily="34" charset="0"/>
                        </a:rPr>
                        <a:t>content</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dirty="0">
                          <a:solidFill>
                            <a:schemeClr val="bg1"/>
                          </a:solidFill>
                          <a:effectLst/>
                          <a:latin typeface="Aptos" panose="020B0004020202020204" pitchFamily="34" charset="0"/>
                        </a:rPr>
                        <a:t>9</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dirty="0">
                          <a:solidFill>
                            <a:schemeClr val="bg1"/>
                          </a:solidFill>
                          <a:effectLst/>
                          <a:highlight>
                            <a:srgbClr val="0000FF"/>
                          </a:highlight>
                          <a:latin typeface="Aptos" panose="020B0004020202020204" pitchFamily="34" charset="0"/>
                        </a:rPr>
                        <a:t>556</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dirty="0">
                          <a:solidFill>
                            <a:schemeClr val="bg1"/>
                          </a:solidFill>
                          <a:effectLst/>
                          <a:latin typeface="Aptos" panose="020B0004020202020204" pitchFamily="34" charset="0"/>
                        </a:rPr>
                        <a:t>3</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1</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0</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0</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18</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0</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dirty="0">
                          <a:solidFill>
                            <a:schemeClr val="bg1"/>
                          </a:solidFill>
                          <a:effectLst/>
                          <a:latin typeface="Aptos" panose="020B0004020202020204" pitchFamily="34" charset="0"/>
                        </a:rPr>
                        <a:t>0</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0</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587</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4116167461"/>
                  </a:ext>
                </a:extLst>
              </a:tr>
              <a:tr h="370840">
                <a:tc>
                  <a:txBody>
                    <a:bodyPr/>
                    <a:lstStyle/>
                    <a:p>
                      <a:pPr algn="l" rtl="0" fontAlgn="b">
                        <a:buNone/>
                      </a:pPr>
                      <a:r>
                        <a:rPr lang="en-IN" sz="1600" b="1" i="0" u="none" strike="noStrike">
                          <a:solidFill>
                            <a:schemeClr val="bg1"/>
                          </a:solidFill>
                          <a:effectLst/>
                          <a:latin typeface="Aptos" panose="020B0004020202020204" pitchFamily="34" charset="0"/>
                        </a:rPr>
                        <a:t>headers</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1</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dirty="0">
                          <a:solidFill>
                            <a:schemeClr val="bg1"/>
                          </a:solidFill>
                          <a:effectLst/>
                          <a:latin typeface="Aptos" panose="020B0004020202020204" pitchFamily="34" charset="0"/>
                        </a:rPr>
                        <a:t>2</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dirty="0">
                          <a:solidFill>
                            <a:schemeClr val="bg1"/>
                          </a:solidFill>
                          <a:effectLst/>
                          <a:highlight>
                            <a:srgbClr val="0000FF"/>
                          </a:highlight>
                          <a:latin typeface="Aptos" panose="020B0004020202020204" pitchFamily="34" charset="0"/>
                        </a:rPr>
                        <a:t>92</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0</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0</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0</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0</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0</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0</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0</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95</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577396584"/>
                  </a:ext>
                </a:extLst>
              </a:tr>
              <a:tr h="370840">
                <a:tc>
                  <a:txBody>
                    <a:bodyPr/>
                    <a:lstStyle/>
                    <a:p>
                      <a:pPr algn="l" rtl="0" fontAlgn="b">
                        <a:buNone/>
                      </a:pPr>
                      <a:r>
                        <a:rPr lang="en-IN" sz="1600" b="1" i="0" u="none" strike="noStrike">
                          <a:solidFill>
                            <a:schemeClr val="bg1"/>
                          </a:solidFill>
                          <a:effectLst/>
                          <a:latin typeface="Aptos" panose="020B0004020202020204" pitchFamily="34" charset="0"/>
                        </a:rPr>
                        <a:t>icon</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54</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8</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8</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dirty="0">
                          <a:solidFill>
                            <a:schemeClr val="bg1"/>
                          </a:solidFill>
                          <a:effectLst/>
                          <a:highlight>
                            <a:srgbClr val="0000FF"/>
                          </a:highlight>
                          <a:latin typeface="Aptos" panose="020B0004020202020204" pitchFamily="34" charset="0"/>
                        </a:rPr>
                        <a:t>144</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0</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6</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43</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0</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0</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0</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263</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938130456"/>
                  </a:ext>
                </a:extLst>
              </a:tr>
              <a:tr h="370840">
                <a:tc>
                  <a:txBody>
                    <a:bodyPr/>
                    <a:lstStyle/>
                    <a:p>
                      <a:pPr algn="l" rtl="0" fontAlgn="b">
                        <a:buNone/>
                      </a:pPr>
                      <a:r>
                        <a:rPr lang="en-IN" sz="1600" b="1" i="0" u="none" strike="noStrike">
                          <a:solidFill>
                            <a:schemeClr val="bg1"/>
                          </a:solidFill>
                          <a:effectLst/>
                          <a:latin typeface="Aptos" panose="020B0004020202020204" pitchFamily="34" charset="0"/>
                        </a:rPr>
                        <a:t>monochrome</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0</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0</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0</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0</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dirty="0">
                          <a:solidFill>
                            <a:schemeClr val="bg1"/>
                          </a:solidFill>
                          <a:effectLst/>
                          <a:highlight>
                            <a:srgbClr val="0000FF"/>
                          </a:highlight>
                          <a:latin typeface="Aptos" panose="020B0004020202020204" pitchFamily="34" charset="0"/>
                        </a:rPr>
                        <a:t>324</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0</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0</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0</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0</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0</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324</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4198641131"/>
                  </a:ext>
                </a:extLst>
              </a:tr>
              <a:tr h="370840">
                <a:tc>
                  <a:txBody>
                    <a:bodyPr/>
                    <a:lstStyle/>
                    <a:p>
                      <a:pPr algn="l" rtl="0" fontAlgn="b">
                        <a:buNone/>
                      </a:pPr>
                      <a:r>
                        <a:rPr lang="en-IN" sz="1600" b="1" i="0" u="none" strike="noStrike">
                          <a:solidFill>
                            <a:schemeClr val="bg1"/>
                          </a:solidFill>
                          <a:effectLst/>
                          <a:latin typeface="Aptos" panose="020B0004020202020204" pitchFamily="34" charset="0"/>
                        </a:rPr>
                        <a:t>nov_logos</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0</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0</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0</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0</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0</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dirty="0">
                          <a:solidFill>
                            <a:schemeClr val="bg1"/>
                          </a:solidFill>
                          <a:effectLst/>
                          <a:highlight>
                            <a:srgbClr val="0000FF"/>
                          </a:highlight>
                          <a:latin typeface="Aptos" panose="020B0004020202020204" pitchFamily="34" charset="0"/>
                        </a:rPr>
                        <a:t>487</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0</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0</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0</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0</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487</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380478461"/>
                  </a:ext>
                </a:extLst>
              </a:tr>
              <a:tr h="370840">
                <a:tc>
                  <a:txBody>
                    <a:bodyPr/>
                    <a:lstStyle/>
                    <a:p>
                      <a:pPr algn="l" rtl="0" fontAlgn="b">
                        <a:buNone/>
                      </a:pPr>
                      <a:r>
                        <a:rPr lang="en-IN" sz="1600" b="1" i="0" u="none" strike="noStrike">
                          <a:solidFill>
                            <a:schemeClr val="bg1"/>
                          </a:solidFill>
                          <a:effectLst/>
                          <a:latin typeface="Aptos" panose="020B0004020202020204" pitchFamily="34" charset="0"/>
                        </a:rPr>
                        <a:t>nov_name</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1</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47</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0</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16</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0</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0</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dirty="0">
                          <a:solidFill>
                            <a:schemeClr val="bg1"/>
                          </a:solidFill>
                          <a:effectLst/>
                          <a:highlight>
                            <a:srgbClr val="0000FF"/>
                          </a:highlight>
                          <a:latin typeface="Aptos" panose="020B0004020202020204" pitchFamily="34" charset="0"/>
                        </a:rPr>
                        <a:t>285</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0</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0</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0</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349</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183248546"/>
                  </a:ext>
                </a:extLst>
              </a:tr>
              <a:tr h="370840">
                <a:tc>
                  <a:txBody>
                    <a:bodyPr/>
                    <a:lstStyle/>
                    <a:p>
                      <a:pPr algn="l" rtl="0" fontAlgn="b">
                        <a:buNone/>
                      </a:pPr>
                      <a:r>
                        <a:rPr lang="en-IN" sz="1600" b="1" i="0" u="none" strike="noStrike">
                          <a:solidFill>
                            <a:schemeClr val="bg1"/>
                          </a:solidFill>
                          <a:effectLst/>
                          <a:latin typeface="Aptos" panose="020B0004020202020204" pitchFamily="34" charset="0"/>
                        </a:rPr>
                        <a:t>strips</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0</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1</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0</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0</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0</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0</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0</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dirty="0">
                          <a:solidFill>
                            <a:schemeClr val="bg1"/>
                          </a:solidFill>
                          <a:effectLst/>
                          <a:highlight>
                            <a:srgbClr val="0000FF"/>
                          </a:highlight>
                          <a:latin typeface="Aptos" panose="020B0004020202020204" pitchFamily="34" charset="0"/>
                        </a:rPr>
                        <a:t>112</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0</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0</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113</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625936112"/>
                  </a:ext>
                </a:extLst>
              </a:tr>
              <a:tr h="370840">
                <a:tc>
                  <a:txBody>
                    <a:bodyPr/>
                    <a:lstStyle/>
                    <a:p>
                      <a:pPr algn="l" rtl="0" fontAlgn="b">
                        <a:buNone/>
                      </a:pPr>
                      <a:r>
                        <a:rPr lang="en-IN" sz="1600" b="1" i="0" u="none" strike="noStrike">
                          <a:solidFill>
                            <a:schemeClr val="bg1"/>
                          </a:solidFill>
                          <a:effectLst/>
                          <a:latin typeface="Aptos" panose="020B0004020202020204" pitchFamily="34" charset="0"/>
                        </a:rPr>
                        <a:t>templates</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dirty="0">
                          <a:solidFill>
                            <a:schemeClr val="bg1"/>
                          </a:solidFill>
                          <a:effectLst/>
                          <a:latin typeface="Aptos" panose="020B0004020202020204" pitchFamily="34" charset="0"/>
                        </a:rPr>
                        <a:t>13</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25</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15</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65</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0</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0</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8</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0</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dirty="0">
                          <a:solidFill>
                            <a:schemeClr val="bg1"/>
                          </a:solidFill>
                          <a:effectLst/>
                          <a:highlight>
                            <a:srgbClr val="0000FF"/>
                          </a:highlight>
                          <a:latin typeface="Aptos" panose="020B0004020202020204" pitchFamily="34" charset="0"/>
                        </a:rPr>
                        <a:t>125</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0</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251</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73747627"/>
                  </a:ext>
                </a:extLst>
              </a:tr>
              <a:tr h="370840">
                <a:tc>
                  <a:txBody>
                    <a:bodyPr/>
                    <a:lstStyle/>
                    <a:p>
                      <a:pPr algn="l" rtl="0" fontAlgn="b">
                        <a:buNone/>
                      </a:pPr>
                      <a:r>
                        <a:rPr lang="en-IN" sz="1600" b="1" i="0" u="none" strike="noStrike">
                          <a:solidFill>
                            <a:schemeClr val="bg1"/>
                          </a:solidFill>
                          <a:effectLst/>
                          <a:latin typeface="Aptos" panose="020B0004020202020204" pitchFamily="34" charset="0"/>
                        </a:rPr>
                        <a:t>Total</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103</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640</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118</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230</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dirty="0">
                          <a:solidFill>
                            <a:schemeClr val="bg1"/>
                          </a:solidFill>
                          <a:effectLst/>
                          <a:latin typeface="Aptos" panose="020B0004020202020204" pitchFamily="34" charset="0"/>
                        </a:rPr>
                        <a:t>324</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494</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357</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112</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125</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a:solidFill>
                            <a:schemeClr val="bg1"/>
                          </a:solidFill>
                          <a:effectLst/>
                          <a:latin typeface="Aptos" panose="020B0004020202020204" pitchFamily="34" charset="0"/>
                        </a:rPr>
                        <a:t>0</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rtl="0" fontAlgn="b">
                        <a:buNone/>
                      </a:pPr>
                      <a:r>
                        <a:rPr lang="en-IN" sz="1800" b="0" i="0" u="none" strike="noStrike" dirty="0">
                          <a:solidFill>
                            <a:schemeClr val="bg1"/>
                          </a:solidFill>
                          <a:effectLst/>
                          <a:highlight>
                            <a:srgbClr val="0000FF"/>
                          </a:highlight>
                          <a:latin typeface="Aptos" panose="020B0004020202020204" pitchFamily="34" charset="0"/>
                        </a:rPr>
                        <a:t>2503</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871818476"/>
                  </a:ext>
                </a:extLst>
              </a:tr>
            </a:tbl>
          </a:graphicData>
        </a:graphic>
      </p:graphicFrame>
    </p:spTree>
    <p:extLst>
      <p:ext uri="{BB962C8B-B14F-4D97-AF65-F5344CB8AC3E}">
        <p14:creationId xmlns:p14="http://schemas.microsoft.com/office/powerpoint/2010/main" val="37307828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57A7FD-BED4-0AE8-5C5A-D5C8DE81BD7F}"/>
            </a:ext>
          </a:extLst>
        </p:cNvPr>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607AE4B6-28FB-5BAC-9276-3A6AA84672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B8F79B5-D080-9BEC-005E-AF801E6832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7388" y="181576"/>
            <a:ext cx="11823637" cy="650108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Table 6">
            <a:extLst>
              <a:ext uri="{FF2B5EF4-FFF2-40B4-BE49-F238E27FC236}">
                <a16:creationId xmlns:a16="http://schemas.microsoft.com/office/drawing/2014/main" id="{6EB6B053-5B46-7568-AF65-65F19AF2E5CD}"/>
              </a:ext>
            </a:extLst>
          </p:cNvPr>
          <p:cNvGraphicFramePr>
            <a:graphicFrameLocks noGrp="1"/>
          </p:cNvGraphicFramePr>
          <p:nvPr>
            <p:extLst>
              <p:ext uri="{D42A27DB-BD31-4B8C-83A1-F6EECF244321}">
                <p14:modId xmlns:p14="http://schemas.microsoft.com/office/powerpoint/2010/main" val="4104148693"/>
              </p:ext>
            </p:extLst>
          </p:nvPr>
        </p:nvGraphicFramePr>
        <p:xfrm>
          <a:off x="920915" y="1045028"/>
          <a:ext cx="3309405" cy="2838450"/>
        </p:xfrm>
        <a:graphic>
          <a:graphicData uri="http://schemas.openxmlformats.org/drawingml/2006/table">
            <a:tbl>
              <a:tblPr/>
              <a:tblGrid>
                <a:gridCol w="1440446">
                  <a:extLst>
                    <a:ext uri="{9D8B030D-6E8A-4147-A177-3AD203B41FA5}">
                      <a16:colId xmlns:a16="http://schemas.microsoft.com/office/drawing/2014/main" val="2994850720"/>
                    </a:ext>
                  </a:extLst>
                </a:gridCol>
                <a:gridCol w="1014884">
                  <a:extLst>
                    <a:ext uri="{9D8B030D-6E8A-4147-A177-3AD203B41FA5}">
                      <a16:colId xmlns:a16="http://schemas.microsoft.com/office/drawing/2014/main" val="253895050"/>
                    </a:ext>
                  </a:extLst>
                </a:gridCol>
                <a:gridCol w="854075">
                  <a:extLst>
                    <a:ext uri="{9D8B030D-6E8A-4147-A177-3AD203B41FA5}">
                      <a16:colId xmlns:a16="http://schemas.microsoft.com/office/drawing/2014/main" val="1042834144"/>
                    </a:ext>
                  </a:extLst>
                </a:gridCol>
              </a:tblGrid>
              <a:tr h="236568">
                <a:tc>
                  <a:txBody>
                    <a:bodyPr/>
                    <a:lstStyle/>
                    <a:p>
                      <a:pPr marL="0" algn="l" defTabSz="914400" rtl="0" eaLnBrk="1" fontAlgn="b" latinLnBrk="0" hangingPunct="1">
                        <a:buNone/>
                      </a:pPr>
                      <a:r>
                        <a:rPr lang="en-IN" sz="1800" b="1" kern="1200" dirty="0">
                          <a:solidFill>
                            <a:schemeClr val="bg1"/>
                          </a:solidFill>
                          <a:latin typeface="+mn-lt"/>
                          <a:ea typeface="+mn-ea"/>
                          <a:cs typeface="+mn-cs"/>
                        </a:rPr>
                        <a:t>Category</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l" fontAlgn="b">
                        <a:buNone/>
                      </a:pPr>
                      <a:r>
                        <a:rPr lang="en-IN" sz="1800" b="1" kern="1200" dirty="0">
                          <a:solidFill>
                            <a:schemeClr val="bg1"/>
                          </a:solidFill>
                          <a:latin typeface="+mn-lt"/>
                          <a:ea typeface="+mn-ea"/>
                          <a:cs typeface="+mn-cs"/>
                        </a:rPr>
                        <a:t>Accuracy</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l" fontAlgn="b">
                        <a:buNone/>
                      </a:pPr>
                      <a:r>
                        <a:rPr lang="en-IN" sz="1800" b="1" kern="1200" dirty="0">
                          <a:solidFill>
                            <a:schemeClr val="bg1"/>
                          </a:solidFill>
                          <a:latin typeface="+mn-lt"/>
                          <a:ea typeface="+mn-ea"/>
                          <a:cs typeface="+mn-cs"/>
                        </a:rPr>
                        <a:t>Support</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28247498"/>
                  </a:ext>
                </a:extLst>
              </a:tr>
              <a:tr h="236568">
                <a:tc>
                  <a:txBody>
                    <a:bodyPr/>
                    <a:lstStyle/>
                    <a:p>
                      <a:pPr marL="0" algn="l" defTabSz="914400" rtl="0" eaLnBrk="1" fontAlgn="b" latinLnBrk="0" hangingPunct="1">
                        <a:buNone/>
                      </a:pPr>
                      <a:r>
                        <a:rPr lang="en-IN" sz="1800" b="1" kern="1200" dirty="0">
                          <a:solidFill>
                            <a:schemeClr val="bg1"/>
                          </a:solidFill>
                          <a:latin typeface="+mn-lt"/>
                          <a:ea typeface="+mn-ea"/>
                          <a:cs typeface="+mn-cs"/>
                        </a:rPr>
                        <a:t>monochrome</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r" fontAlgn="b">
                        <a:buNone/>
                      </a:pPr>
                      <a:r>
                        <a:rPr lang="en-IN" sz="1800" kern="1200" dirty="0">
                          <a:solidFill>
                            <a:schemeClr val="bg1"/>
                          </a:solidFill>
                          <a:latin typeface="+mn-lt"/>
                          <a:ea typeface="+mn-ea"/>
                          <a:cs typeface="+mn-cs"/>
                        </a:rPr>
                        <a:t>1</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r" fontAlgn="b">
                        <a:buNone/>
                      </a:pPr>
                      <a:r>
                        <a:rPr lang="en-IN" sz="1800" kern="1200" dirty="0">
                          <a:solidFill>
                            <a:schemeClr val="bg1"/>
                          </a:solidFill>
                          <a:latin typeface="+mn-lt"/>
                          <a:ea typeface="+mn-ea"/>
                          <a:cs typeface="+mn-cs"/>
                        </a:rPr>
                        <a:t>324</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666471772"/>
                  </a:ext>
                </a:extLst>
              </a:tr>
              <a:tr h="236568">
                <a:tc>
                  <a:txBody>
                    <a:bodyPr/>
                    <a:lstStyle/>
                    <a:p>
                      <a:pPr algn="l" fontAlgn="b">
                        <a:buNone/>
                      </a:pPr>
                      <a:r>
                        <a:rPr lang="en-IN" sz="1800" b="1" kern="1200" dirty="0" err="1">
                          <a:solidFill>
                            <a:schemeClr val="bg1"/>
                          </a:solidFill>
                          <a:latin typeface="+mn-lt"/>
                          <a:ea typeface="+mn-ea"/>
                          <a:cs typeface="+mn-cs"/>
                        </a:rPr>
                        <a:t>nov_logos</a:t>
                      </a:r>
                      <a:endParaRPr lang="en-IN" sz="1800" b="1" kern="1200" dirty="0">
                        <a:solidFill>
                          <a:schemeClr val="bg1"/>
                        </a:solidFill>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r" fontAlgn="b">
                        <a:buNone/>
                      </a:pPr>
                      <a:r>
                        <a:rPr lang="en-IN" sz="1800" kern="1200" dirty="0">
                          <a:solidFill>
                            <a:schemeClr val="bg1"/>
                          </a:solidFill>
                          <a:latin typeface="+mn-lt"/>
                          <a:ea typeface="+mn-ea"/>
                          <a:cs typeface="+mn-cs"/>
                        </a:rPr>
                        <a:t>1</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r" fontAlgn="b">
                        <a:buNone/>
                      </a:pPr>
                      <a:r>
                        <a:rPr lang="en-IN" sz="1800" kern="1200" dirty="0">
                          <a:solidFill>
                            <a:schemeClr val="bg1"/>
                          </a:solidFill>
                          <a:latin typeface="+mn-lt"/>
                          <a:ea typeface="+mn-ea"/>
                          <a:cs typeface="+mn-cs"/>
                        </a:rPr>
                        <a:t>487</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409626306"/>
                  </a:ext>
                </a:extLst>
              </a:tr>
              <a:tr h="236568">
                <a:tc>
                  <a:txBody>
                    <a:bodyPr/>
                    <a:lstStyle/>
                    <a:p>
                      <a:pPr algn="l" fontAlgn="b">
                        <a:buNone/>
                      </a:pPr>
                      <a:r>
                        <a:rPr lang="en-IN" sz="1800" b="1" kern="1200" dirty="0">
                          <a:solidFill>
                            <a:schemeClr val="bg1"/>
                          </a:solidFill>
                          <a:latin typeface="+mn-lt"/>
                          <a:ea typeface="+mn-ea"/>
                          <a:cs typeface="+mn-cs"/>
                        </a:rPr>
                        <a:t>strips</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r" fontAlgn="b">
                        <a:buNone/>
                      </a:pPr>
                      <a:r>
                        <a:rPr lang="en-IN" sz="1800" kern="1200" dirty="0">
                          <a:solidFill>
                            <a:schemeClr val="bg1"/>
                          </a:solidFill>
                          <a:latin typeface="+mn-lt"/>
                          <a:ea typeface="+mn-ea"/>
                          <a:cs typeface="+mn-cs"/>
                        </a:rPr>
                        <a:t>0.9912</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r" fontAlgn="b">
                        <a:buNone/>
                      </a:pPr>
                      <a:r>
                        <a:rPr lang="en-IN" sz="1800" kern="1200" dirty="0">
                          <a:solidFill>
                            <a:schemeClr val="bg1"/>
                          </a:solidFill>
                          <a:latin typeface="+mn-lt"/>
                          <a:ea typeface="+mn-ea"/>
                          <a:cs typeface="+mn-cs"/>
                        </a:rPr>
                        <a:t>113</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635040313"/>
                  </a:ext>
                </a:extLst>
              </a:tr>
              <a:tr h="236568">
                <a:tc>
                  <a:txBody>
                    <a:bodyPr/>
                    <a:lstStyle/>
                    <a:p>
                      <a:pPr algn="l" fontAlgn="b">
                        <a:buNone/>
                      </a:pPr>
                      <a:r>
                        <a:rPr lang="en-IN" sz="1800" b="1" kern="1200" dirty="0">
                          <a:solidFill>
                            <a:schemeClr val="bg1"/>
                          </a:solidFill>
                          <a:latin typeface="+mn-lt"/>
                          <a:ea typeface="+mn-ea"/>
                          <a:cs typeface="+mn-cs"/>
                        </a:rPr>
                        <a:t>headers</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r" fontAlgn="b">
                        <a:buNone/>
                      </a:pPr>
                      <a:r>
                        <a:rPr lang="en-IN" sz="1800" kern="1200" dirty="0">
                          <a:solidFill>
                            <a:schemeClr val="bg1"/>
                          </a:solidFill>
                          <a:latin typeface="+mn-lt"/>
                          <a:ea typeface="+mn-ea"/>
                          <a:cs typeface="+mn-cs"/>
                        </a:rPr>
                        <a:t>0.9684</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r" fontAlgn="b">
                        <a:buNone/>
                      </a:pPr>
                      <a:r>
                        <a:rPr lang="en-IN" sz="1800" kern="1200" dirty="0">
                          <a:solidFill>
                            <a:schemeClr val="bg1"/>
                          </a:solidFill>
                          <a:latin typeface="+mn-lt"/>
                          <a:ea typeface="+mn-ea"/>
                          <a:cs typeface="+mn-cs"/>
                        </a:rPr>
                        <a:t>95</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589500222"/>
                  </a:ext>
                </a:extLst>
              </a:tr>
              <a:tr h="236568">
                <a:tc>
                  <a:txBody>
                    <a:bodyPr/>
                    <a:lstStyle/>
                    <a:p>
                      <a:pPr algn="l" fontAlgn="b">
                        <a:buNone/>
                      </a:pPr>
                      <a:r>
                        <a:rPr lang="en-IN" sz="1800" b="1" kern="1200" dirty="0">
                          <a:solidFill>
                            <a:schemeClr val="bg1"/>
                          </a:solidFill>
                          <a:latin typeface="+mn-lt"/>
                          <a:ea typeface="+mn-ea"/>
                          <a:cs typeface="+mn-cs"/>
                        </a:rPr>
                        <a:t>content</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r" fontAlgn="b">
                        <a:buNone/>
                      </a:pPr>
                      <a:r>
                        <a:rPr lang="en-IN" sz="1800" kern="1200" dirty="0">
                          <a:solidFill>
                            <a:schemeClr val="bg1"/>
                          </a:solidFill>
                          <a:latin typeface="+mn-lt"/>
                          <a:ea typeface="+mn-ea"/>
                          <a:cs typeface="+mn-cs"/>
                        </a:rPr>
                        <a:t>0.9472</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r" fontAlgn="b">
                        <a:buNone/>
                      </a:pPr>
                      <a:r>
                        <a:rPr lang="en-IN" sz="1800" kern="1200" dirty="0">
                          <a:solidFill>
                            <a:schemeClr val="bg1"/>
                          </a:solidFill>
                          <a:latin typeface="+mn-lt"/>
                          <a:ea typeface="+mn-ea"/>
                          <a:cs typeface="+mn-cs"/>
                        </a:rPr>
                        <a:t>587</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477310737"/>
                  </a:ext>
                </a:extLst>
              </a:tr>
              <a:tr h="236568">
                <a:tc>
                  <a:txBody>
                    <a:bodyPr/>
                    <a:lstStyle/>
                    <a:p>
                      <a:pPr algn="l" fontAlgn="b">
                        <a:buNone/>
                      </a:pPr>
                      <a:r>
                        <a:rPr lang="en-IN" sz="1800" b="1" kern="1200" dirty="0" err="1">
                          <a:solidFill>
                            <a:schemeClr val="bg1"/>
                          </a:solidFill>
                          <a:latin typeface="+mn-lt"/>
                          <a:ea typeface="+mn-ea"/>
                          <a:cs typeface="+mn-cs"/>
                        </a:rPr>
                        <a:t>nov_name</a:t>
                      </a:r>
                      <a:endParaRPr lang="en-IN" sz="1800" b="1" kern="1200" dirty="0">
                        <a:solidFill>
                          <a:schemeClr val="bg1"/>
                        </a:solidFill>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r" fontAlgn="b">
                        <a:buNone/>
                      </a:pPr>
                      <a:r>
                        <a:rPr lang="en-IN" sz="1800" kern="1200">
                          <a:solidFill>
                            <a:schemeClr val="bg1"/>
                          </a:solidFill>
                          <a:latin typeface="+mn-lt"/>
                          <a:ea typeface="+mn-ea"/>
                          <a:cs typeface="+mn-cs"/>
                        </a:rPr>
                        <a:t>0.8166</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r" fontAlgn="b">
                        <a:buNone/>
                      </a:pPr>
                      <a:r>
                        <a:rPr lang="en-IN" sz="1800" kern="1200" dirty="0">
                          <a:solidFill>
                            <a:schemeClr val="bg1"/>
                          </a:solidFill>
                          <a:latin typeface="+mn-lt"/>
                          <a:ea typeface="+mn-ea"/>
                          <a:cs typeface="+mn-cs"/>
                        </a:rPr>
                        <a:t>349</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539776455"/>
                  </a:ext>
                </a:extLst>
              </a:tr>
              <a:tr h="236568">
                <a:tc>
                  <a:txBody>
                    <a:bodyPr/>
                    <a:lstStyle/>
                    <a:p>
                      <a:pPr algn="l" fontAlgn="b">
                        <a:buNone/>
                      </a:pPr>
                      <a:r>
                        <a:rPr lang="en-IN" sz="1800" b="1" kern="1200" dirty="0" err="1">
                          <a:solidFill>
                            <a:schemeClr val="bg1"/>
                          </a:solidFill>
                          <a:latin typeface="+mn-lt"/>
                          <a:ea typeface="+mn-ea"/>
                          <a:cs typeface="+mn-cs"/>
                        </a:rPr>
                        <a:t>brand_names</a:t>
                      </a:r>
                      <a:endParaRPr lang="en-IN" sz="1800" b="1" kern="1200" dirty="0">
                        <a:solidFill>
                          <a:schemeClr val="bg1"/>
                        </a:solidFill>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r" fontAlgn="b">
                        <a:buNone/>
                      </a:pPr>
                      <a:r>
                        <a:rPr lang="en-IN" sz="1800" kern="1200">
                          <a:solidFill>
                            <a:schemeClr val="bg1"/>
                          </a:solidFill>
                          <a:latin typeface="+mn-lt"/>
                          <a:ea typeface="+mn-ea"/>
                          <a:cs typeface="+mn-cs"/>
                        </a:rPr>
                        <a:t>0.7353</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r" fontAlgn="b">
                        <a:buNone/>
                      </a:pPr>
                      <a:r>
                        <a:rPr lang="en-IN" sz="1800" kern="1200" dirty="0">
                          <a:solidFill>
                            <a:schemeClr val="bg1"/>
                          </a:solidFill>
                          <a:latin typeface="+mn-lt"/>
                          <a:ea typeface="+mn-ea"/>
                          <a:cs typeface="+mn-cs"/>
                        </a:rPr>
                        <a:t>34</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310816880"/>
                  </a:ext>
                </a:extLst>
              </a:tr>
              <a:tr h="236568">
                <a:tc>
                  <a:txBody>
                    <a:bodyPr/>
                    <a:lstStyle/>
                    <a:p>
                      <a:pPr algn="l" fontAlgn="b">
                        <a:buNone/>
                      </a:pPr>
                      <a:r>
                        <a:rPr lang="en-IN" sz="1800" b="1" kern="1200" dirty="0">
                          <a:solidFill>
                            <a:schemeClr val="bg1"/>
                          </a:solidFill>
                          <a:latin typeface="+mn-lt"/>
                          <a:ea typeface="+mn-ea"/>
                          <a:cs typeface="+mn-cs"/>
                        </a:rPr>
                        <a:t>icon</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r" fontAlgn="b">
                        <a:buNone/>
                      </a:pPr>
                      <a:r>
                        <a:rPr lang="en-IN" sz="1800" kern="1200">
                          <a:solidFill>
                            <a:schemeClr val="bg1"/>
                          </a:solidFill>
                          <a:latin typeface="+mn-lt"/>
                          <a:ea typeface="+mn-ea"/>
                          <a:cs typeface="+mn-cs"/>
                        </a:rPr>
                        <a:t>0.5475</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r" fontAlgn="b">
                        <a:buNone/>
                      </a:pPr>
                      <a:r>
                        <a:rPr lang="en-IN" sz="1800" kern="1200" dirty="0">
                          <a:solidFill>
                            <a:schemeClr val="bg1"/>
                          </a:solidFill>
                          <a:latin typeface="+mn-lt"/>
                          <a:ea typeface="+mn-ea"/>
                          <a:cs typeface="+mn-cs"/>
                        </a:rPr>
                        <a:t>263</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4740209"/>
                  </a:ext>
                </a:extLst>
              </a:tr>
              <a:tr h="236568">
                <a:tc>
                  <a:txBody>
                    <a:bodyPr/>
                    <a:lstStyle/>
                    <a:p>
                      <a:pPr algn="l" fontAlgn="b">
                        <a:buNone/>
                      </a:pPr>
                      <a:r>
                        <a:rPr lang="en-IN" sz="1800" b="1" kern="1200" dirty="0">
                          <a:solidFill>
                            <a:schemeClr val="bg1"/>
                          </a:solidFill>
                          <a:latin typeface="+mn-lt"/>
                          <a:ea typeface="+mn-ea"/>
                          <a:cs typeface="+mn-cs"/>
                        </a:rPr>
                        <a:t>templates</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r" fontAlgn="b">
                        <a:buNone/>
                      </a:pPr>
                      <a:r>
                        <a:rPr lang="en-IN" sz="1800" kern="1200">
                          <a:solidFill>
                            <a:schemeClr val="bg1"/>
                          </a:solidFill>
                          <a:latin typeface="+mn-lt"/>
                          <a:ea typeface="+mn-ea"/>
                          <a:cs typeface="+mn-cs"/>
                        </a:rPr>
                        <a:t>0.498</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r" fontAlgn="b">
                        <a:buNone/>
                      </a:pPr>
                      <a:r>
                        <a:rPr lang="en-IN" sz="1800" kern="1200" dirty="0">
                          <a:solidFill>
                            <a:schemeClr val="bg1"/>
                          </a:solidFill>
                          <a:latin typeface="+mn-lt"/>
                          <a:ea typeface="+mn-ea"/>
                          <a:cs typeface="+mn-cs"/>
                        </a:rPr>
                        <a:t>251</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672501143"/>
                  </a:ext>
                </a:extLst>
              </a:tr>
            </a:tbl>
          </a:graphicData>
        </a:graphic>
      </p:graphicFrame>
      <p:graphicFrame>
        <p:nvGraphicFramePr>
          <p:cNvPr id="8" name="Table 7">
            <a:extLst>
              <a:ext uri="{FF2B5EF4-FFF2-40B4-BE49-F238E27FC236}">
                <a16:creationId xmlns:a16="http://schemas.microsoft.com/office/drawing/2014/main" id="{AF4FAAFF-4DE4-0AB1-E226-8C057CBA4E16}"/>
              </a:ext>
            </a:extLst>
          </p:cNvPr>
          <p:cNvGraphicFramePr>
            <a:graphicFrameLocks noGrp="1"/>
          </p:cNvGraphicFramePr>
          <p:nvPr>
            <p:extLst>
              <p:ext uri="{D42A27DB-BD31-4B8C-83A1-F6EECF244321}">
                <p14:modId xmlns:p14="http://schemas.microsoft.com/office/powerpoint/2010/main" val="1588967220"/>
              </p:ext>
            </p:extLst>
          </p:nvPr>
        </p:nvGraphicFramePr>
        <p:xfrm>
          <a:off x="7413518" y="4015104"/>
          <a:ext cx="4069582" cy="1703070"/>
        </p:xfrm>
        <a:graphic>
          <a:graphicData uri="http://schemas.openxmlformats.org/drawingml/2006/table">
            <a:tbl>
              <a:tblPr/>
              <a:tblGrid>
                <a:gridCol w="2913768">
                  <a:extLst>
                    <a:ext uri="{9D8B030D-6E8A-4147-A177-3AD203B41FA5}">
                      <a16:colId xmlns:a16="http://schemas.microsoft.com/office/drawing/2014/main" val="337008317"/>
                    </a:ext>
                  </a:extLst>
                </a:gridCol>
                <a:gridCol w="1155814">
                  <a:extLst>
                    <a:ext uri="{9D8B030D-6E8A-4147-A177-3AD203B41FA5}">
                      <a16:colId xmlns:a16="http://schemas.microsoft.com/office/drawing/2014/main" val="2051170061"/>
                    </a:ext>
                  </a:extLst>
                </a:gridCol>
              </a:tblGrid>
              <a:tr h="206627">
                <a:tc>
                  <a:txBody>
                    <a:bodyPr/>
                    <a:lstStyle/>
                    <a:p>
                      <a:pPr algn="l" fontAlgn="b">
                        <a:buNone/>
                      </a:pPr>
                      <a:r>
                        <a:rPr lang="en-IN" sz="1800" b="1" kern="1200" dirty="0">
                          <a:solidFill>
                            <a:schemeClr val="bg1"/>
                          </a:solidFill>
                          <a:latin typeface="+mn-lt"/>
                          <a:ea typeface="+mn-ea"/>
                          <a:cs typeface="+mn-cs"/>
                        </a:rPr>
                        <a:t>Metric</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l" fontAlgn="b">
                        <a:buNone/>
                      </a:pPr>
                      <a:r>
                        <a:rPr lang="en-IN" sz="1800" b="1" kern="1200" dirty="0">
                          <a:solidFill>
                            <a:schemeClr val="bg1"/>
                          </a:solidFill>
                          <a:latin typeface="+mn-lt"/>
                          <a:ea typeface="+mn-ea"/>
                          <a:cs typeface="+mn-cs"/>
                        </a:rPr>
                        <a:t>Value</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224679188"/>
                  </a:ext>
                </a:extLst>
              </a:tr>
              <a:tr h="206627">
                <a:tc>
                  <a:txBody>
                    <a:bodyPr/>
                    <a:lstStyle/>
                    <a:p>
                      <a:pPr algn="l" fontAlgn="b">
                        <a:buNone/>
                      </a:pPr>
                      <a:r>
                        <a:rPr lang="en-IN" sz="1800" b="1" kern="1200" dirty="0" err="1">
                          <a:solidFill>
                            <a:schemeClr val="bg1"/>
                          </a:solidFill>
                          <a:latin typeface="+mn-lt"/>
                          <a:ea typeface="+mn-ea"/>
                          <a:cs typeface="+mn-cs"/>
                        </a:rPr>
                        <a:t>Total_Categories</a:t>
                      </a:r>
                      <a:endParaRPr lang="en-IN" sz="1800" b="1" kern="1200" dirty="0">
                        <a:solidFill>
                          <a:schemeClr val="bg1"/>
                        </a:solidFill>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r" fontAlgn="b">
                        <a:buNone/>
                      </a:pPr>
                      <a:r>
                        <a:rPr lang="en-IN" sz="1800" kern="1200">
                          <a:solidFill>
                            <a:schemeClr val="bg1"/>
                          </a:solidFill>
                          <a:latin typeface="+mn-lt"/>
                          <a:ea typeface="+mn-ea"/>
                          <a:cs typeface="+mn-cs"/>
                        </a:rPr>
                        <a:t>9</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641255724"/>
                  </a:ext>
                </a:extLst>
              </a:tr>
              <a:tr h="206627">
                <a:tc>
                  <a:txBody>
                    <a:bodyPr/>
                    <a:lstStyle/>
                    <a:p>
                      <a:pPr algn="l" fontAlgn="b">
                        <a:buNone/>
                      </a:pPr>
                      <a:r>
                        <a:rPr lang="en-IN" sz="1800" b="1" kern="1200" dirty="0" err="1">
                          <a:solidFill>
                            <a:schemeClr val="bg1"/>
                          </a:solidFill>
                          <a:latin typeface="+mn-lt"/>
                          <a:ea typeface="+mn-ea"/>
                          <a:cs typeface="+mn-cs"/>
                        </a:rPr>
                        <a:t>Total_Images</a:t>
                      </a:r>
                      <a:endParaRPr lang="en-IN" sz="1800" b="1" kern="1200" dirty="0">
                        <a:solidFill>
                          <a:schemeClr val="bg1"/>
                        </a:solidFill>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r" fontAlgn="b">
                        <a:buNone/>
                      </a:pPr>
                      <a:r>
                        <a:rPr lang="en-IN" sz="1800" kern="1200">
                          <a:solidFill>
                            <a:schemeClr val="bg1"/>
                          </a:solidFill>
                          <a:latin typeface="+mn-lt"/>
                          <a:ea typeface="+mn-ea"/>
                          <a:cs typeface="+mn-cs"/>
                        </a:rPr>
                        <a:t>2503</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830108428"/>
                  </a:ext>
                </a:extLst>
              </a:tr>
              <a:tr h="206627">
                <a:tc>
                  <a:txBody>
                    <a:bodyPr/>
                    <a:lstStyle/>
                    <a:p>
                      <a:pPr algn="l" fontAlgn="b">
                        <a:buNone/>
                      </a:pPr>
                      <a:r>
                        <a:rPr lang="en-IN" sz="1800" b="1" kern="1200" dirty="0" err="1">
                          <a:solidFill>
                            <a:schemeClr val="bg1"/>
                          </a:solidFill>
                          <a:latin typeface="+mn-lt"/>
                          <a:ea typeface="+mn-ea"/>
                          <a:cs typeface="+mn-cs"/>
                        </a:rPr>
                        <a:t>Correctly_Classified</a:t>
                      </a:r>
                      <a:endParaRPr lang="en-IN" sz="1800" b="1" kern="1200" dirty="0">
                        <a:solidFill>
                          <a:schemeClr val="bg1"/>
                        </a:solidFill>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r" fontAlgn="b">
                        <a:buNone/>
                      </a:pPr>
                      <a:r>
                        <a:rPr lang="en-IN" sz="1800" kern="1200" dirty="0">
                          <a:solidFill>
                            <a:schemeClr val="bg1"/>
                          </a:solidFill>
                          <a:latin typeface="+mn-lt"/>
                          <a:ea typeface="+mn-ea"/>
                          <a:cs typeface="+mn-cs"/>
                        </a:rPr>
                        <a:t>2150</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531893796"/>
                  </a:ext>
                </a:extLst>
              </a:tr>
              <a:tr h="206627">
                <a:tc>
                  <a:txBody>
                    <a:bodyPr/>
                    <a:lstStyle/>
                    <a:p>
                      <a:pPr algn="l" fontAlgn="b">
                        <a:buNone/>
                      </a:pPr>
                      <a:r>
                        <a:rPr lang="en-IN" sz="1800" b="1" kern="1200" dirty="0">
                          <a:solidFill>
                            <a:schemeClr val="bg1"/>
                          </a:solidFill>
                          <a:latin typeface="+mn-lt"/>
                          <a:ea typeface="+mn-ea"/>
                          <a:cs typeface="+mn-cs"/>
                        </a:rPr>
                        <a:t>Misclassified</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r" fontAlgn="b">
                        <a:buNone/>
                      </a:pPr>
                      <a:r>
                        <a:rPr lang="en-IN" sz="1800" kern="1200" dirty="0">
                          <a:solidFill>
                            <a:schemeClr val="bg1"/>
                          </a:solidFill>
                          <a:latin typeface="+mn-lt"/>
                          <a:ea typeface="+mn-ea"/>
                          <a:cs typeface="+mn-cs"/>
                        </a:rPr>
                        <a:t>353</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484517082"/>
                  </a:ext>
                </a:extLst>
              </a:tr>
              <a:tr h="206627">
                <a:tc>
                  <a:txBody>
                    <a:bodyPr/>
                    <a:lstStyle/>
                    <a:p>
                      <a:pPr algn="l" fontAlgn="b">
                        <a:buNone/>
                      </a:pPr>
                      <a:r>
                        <a:rPr lang="en-IN" sz="1800" b="1" kern="1200" dirty="0" err="1">
                          <a:solidFill>
                            <a:schemeClr val="bg1"/>
                          </a:solidFill>
                          <a:latin typeface="+mn-lt"/>
                          <a:ea typeface="+mn-ea"/>
                          <a:cs typeface="+mn-cs"/>
                        </a:rPr>
                        <a:t>Overall_Accuracy</a:t>
                      </a:r>
                      <a:endParaRPr lang="en-IN" sz="1800" b="1" kern="1200" dirty="0">
                        <a:solidFill>
                          <a:schemeClr val="bg1"/>
                        </a:solidFill>
                        <a:latin typeface="+mn-lt"/>
                        <a:ea typeface="+mn-ea"/>
                        <a:cs typeface="+mn-cs"/>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r" fontAlgn="b">
                        <a:buNone/>
                      </a:pPr>
                      <a:r>
                        <a:rPr lang="en-IN" sz="1800" kern="1200" dirty="0">
                          <a:solidFill>
                            <a:schemeClr val="bg1"/>
                          </a:solidFill>
                          <a:highlight>
                            <a:srgbClr val="0000FF"/>
                          </a:highlight>
                          <a:latin typeface="+mn-lt"/>
                          <a:ea typeface="+mn-ea"/>
                          <a:cs typeface="+mn-cs"/>
                        </a:rPr>
                        <a:t>0.859</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558715730"/>
                  </a:ext>
                </a:extLst>
              </a:tr>
            </a:tbl>
          </a:graphicData>
        </a:graphic>
      </p:graphicFrame>
      <p:sp>
        <p:nvSpPr>
          <p:cNvPr id="11" name="TextBox 10">
            <a:extLst>
              <a:ext uri="{FF2B5EF4-FFF2-40B4-BE49-F238E27FC236}">
                <a16:creationId xmlns:a16="http://schemas.microsoft.com/office/drawing/2014/main" id="{5E0D5E31-CF14-B762-9078-DD62775C5310}"/>
              </a:ext>
            </a:extLst>
          </p:cNvPr>
          <p:cNvSpPr txBox="1"/>
          <p:nvPr/>
        </p:nvSpPr>
        <p:spPr>
          <a:xfrm>
            <a:off x="4436588" y="1305775"/>
            <a:ext cx="6860511" cy="2246769"/>
          </a:xfrm>
          <a:prstGeom prst="rect">
            <a:avLst/>
          </a:prstGeom>
          <a:noFill/>
        </p:spPr>
        <p:txBody>
          <a:bodyPr wrap="square">
            <a:spAutoFit/>
          </a:bodyPr>
          <a:lstStyle/>
          <a:p>
            <a:pPr algn="just" fontAlgn="t">
              <a:buNone/>
            </a:pPr>
            <a:r>
              <a:rPr lang="en-US" sz="2000" dirty="0">
                <a:solidFill>
                  <a:schemeClr val="bg1"/>
                </a:solidFill>
              </a:rPr>
              <a:t>Class-wise results show that the rule-based image classification approach delivers strong accuracy for key procurement categories, with reliable separation of visuals like logos, monochrome images, and document content. The method demonstrates consistent performance across most classes, making it effective for automated document processing and organization.</a:t>
            </a:r>
          </a:p>
        </p:txBody>
      </p:sp>
      <p:sp>
        <p:nvSpPr>
          <p:cNvPr id="14" name="TextBox 13">
            <a:extLst>
              <a:ext uri="{FF2B5EF4-FFF2-40B4-BE49-F238E27FC236}">
                <a16:creationId xmlns:a16="http://schemas.microsoft.com/office/drawing/2014/main" id="{C096944F-4B5A-1EB9-A7E7-7619F16DFD5E}"/>
              </a:ext>
            </a:extLst>
          </p:cNvPr>
          <p:cNvSpPr txBox="1"/>
          <p:nvPr/>
        </p:nvSpPr>
        <p:spPr>
          <a:xfrm>
            <a:off x="783774" y="3992549"/>
            <a:ext cx="6536049" cy="1938992"/>
          </a:xfrm>
          <a:prstGeom prst="rect">
            <a:avLst/>
          </a:prstGeom>
          <a:noFill/>
        </p:spPr>
        <p:txBody>
          <a:bodyPr wrap="square">
            <a:spAutoFit/>
          </a:bodyPr>
          <a:lstStyle/>
          <a:p>
            <a:pPr algn="just" fontAlgn="t"/>
            <a:r>
              <a:rPr lang="en-US" sz="2000" dirty="0">
                <a:solidFill>
                  <a:schemeClr val="bg1"/>
                </a:solidFill>
              </a:rPr>
              <a:t>The overall evaluation metrics highlight the evaluation metrics and</a:t>
            </a:r>
            <a:r>
              <a:rPr lang="en-US" b="0" i="0" dirty="0">
                <a:effectLst/>
                <a:latin typeface="Segoe UI" panose="020B0502040204020203" pitchFamily="34" charset="0"/>
              </a:rPr>
              <a:t> </a:t>
            </a:r>
            <a:r>
              <a:rPr lang="en-US" sz="2000" dirty="0">
                <a:solidFill>
                  <a:schemeClr val="bg1"/>
                </a:solidFill>
              </a:rPr>
              <a:t>consistency of the rule-based image classification system. High accuracy score across categories confirm that this approach is well-suited for automated procurement document processing, delivering reliable results without the need for machine learning.</a:t>
            </a:r>
          </a:p>
        </p:txBody>
      </p:sp>
      <p:grpSp>
        <p:nvGrpSpPr>
          <p:cNvPr id="18" name="Group 17">
            <a:extLst>
              <a:ext uri="{FF2B5EF4-FFF2-40B4-BE49-F238E27FC236}">
                <a16:creationId xmlns:a16="http://schemas.microsoft.com/office/drawing/2014/main" id="{FACA81F4-A50F-E82A-5F17-0AF9CF616C6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87388" y="190778"/>
            <a:ext cx="1861854" cy="717514"/>
            <a:chOff x="0" y="377893"/>
            <a:chExt cx="1861854" cy="717514"/>
          </a:xfrm>
          <a:solidFill>
            <a:schemeClr val="bg1"/>
          </a:solidFill>
        </p:grpSpPr>
        <p:sp>
          <p:nvSpPr>
            <p:cNvPr id="19" name="Freeform: Shape 18">
              <a:extLst>
                <a:ext uri="{FF2B5EF4-FFF2-40B4-BE49-F238E27FC236}">
                  <a16:creationId xmlns:a16="http://schemas.microsoft.com/office/drawing/2014/main" id="{CBDD4ADC-6777-9D53-CB65-0A36A8EAFC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778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a:p>
          </p:txBody>
        </p:sp>
        <p:sp>
          <p:nvSpPr>
            <p:cNvPr id="20" name="Freeform: Shape 19">
              <a:extLst>
                <a:ext uri="{FF2B5EF4-FFF2-40B4-BE49-F238E27FC236}">
                  <a16:creationId xmlns:a16="http://schemas.microsoft.com/office/drawing/2014/main" id="{E446BA89-99FB-E846-6808-C761D37C48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1762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dirty="0"/>
            </a:p>
          </p:txBody>
        </p:sp>
      </p:grpSp>
      <p:grpSp>
        <p:nvGrpSpPr>
          <p:cNvPr id="21" name="Graphic 185">
            <a:extLst>
              <a:ext uri="{FF2B5EF4-FFF2-40B4-BE49-F238E27FC236}">
                <a16:creationId xmlns:a16="http://schemas.microsoft.com/office/drawing/2014/main" id="{28F791CF-09E2-4126-609B-448BC8753425}"/>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0428634" y="5987064"/>
            <a:ext cx="1054466" cy="469689"/>
            <a:chOff x="9841624" y="4115729"/>
            <a:chExt cx="602169" cy="268223"/>
          </a:xfrm>
          <a:solidFill>
            <a:schemeClr val="bg1"/>
          </a:solidFill>
        </p:grpSpPr>
        <p:sp>
          <p:nvSpPr>
            <p:cNvPr id="22" name="Freeform: Shape 21">
              <a:extLst>
                <a:ext uri="{FF2B5EF4-FFF2-40B4-BE49-F238E27FC236}">
                  <a16:creationId xmlns:a16="http://schemas.microsoft.com/office/drawing/2014/main" id="{B5E80C79-65C2-E577-2386-2EE98846B3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E212E6E-1603-AA53-3D63-4B333AF496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90D8544E-AB56-9B1F-0CDA-2AC276685E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BE968F19-59F5-9A31-4BED-84F2663AA4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5252EFAB-1DAE-DD9E-DDA7-6135584378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grpSp>
        <p:nvGrpSpPr>
          <p:cNvPr id="27" name="Graphic 4">
            <a:extLst>
              <a:ext uri="{FF2B5EF4-FFF2-40B4-BE49-F238E27FC236}">
                <a16:creationId xmlns:a16="http://schemas.microsoft.com/office/drawing/2014/main" id="{28BDFDB4-A69F-2E6F-8BFA-AB28089E2BCB}"/>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0495612" y="415034"/>
            <a:ext cx="849365" cy="849366"/>
            <a:chOff x="5829300" y="3162300"/>
            <a:chExt cx="532256" cy="532257"/>
          </a:xfrm>
          <a:solidFill>
            <a:srgbClr val="FFFFFF"/>
          </a:solidFill>
        </p:grpSpPr>
        <p:sp>
          <p:nvSpPr>
            <p:cNvPr id="28" name="Freeform: Shape 27">
              <a:extLst>
                <a:ext uri="{FF2B5EF4-FFF2-40B4-BE49-F238E27FC236}">
                  <a16:creationId xmlns:a16="http://schemas.microsoft.com/office/drawing/2014/main" id="{82D2EA4A-B3A2-C3A3-A782-2DF5F29EF9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10DD1F62-0487-1A2A-A55F-2E091BB154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F5C2A453-679A-B240-9C7E-FB4EB633E6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dirty="0"/>
            </a:p>
          </p:txBody>
        </p:sp>
        <p:sp>
          <p:nvSpPr>
            <p:cNvPr id="31" name="Freeform: Shape 30">
              <a:extLst>
                <a:ext uri="{FF2B5EF4-FFF2-40B4-BE49-F238E27FC236}">
                  <a16:creationId xmlns:a16="http://schemas.microsoft.com/office/drawing/2014/main" id="{946E83D2-9E3D-0F26-EE2C-7EF005AF80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4C8FE3AA-EAF2-4B33-CC15-C6BA2C25BD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C4CDB3F2-E421-3693-9068-D2DB02BEDC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4BDADD5D-F8EE-92F2-B792-305CCD04A2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54CA797A-BDAB-89E0-9044-9DEDAA98A5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26056D83-6C30-8CFF-4096-5AB31359D3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7D7AD841-459A-BA6F-B090-437389971D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E850273A-3755-37F2-526C-5D56B46EE9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DA7F6098-6262-7267-F425-0CC8AAC72A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2A06BF68-E55B-57B0-6249-E18C11B6D0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a:p>
          </p:txBody>
        </p:sp>
      </p:grpSp>
      <p:grpSp>
        <p:nvGrpSpPr>
          <p:cNvPr id="41" name="Graphic 4">
            <a:extLst>
              <a:ext uri="{FF2B5EF4-FFF2-40B4-BE49-F238E27FC236}">
                <a16:creationId xmlns:a16="http://schemas.microsoft.com/office/drawing/2014/main" id="{CB9344DF-3023-9E4C-79D6-9CD4F725943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0495612" y="415034"/>
            <a:ext cx="849365" cy="849366"/>
            <a:chOff x="5829300" y="3162300"/>
            <a:chExt cx="532256" cy="532257"/>
          </a:xfrm>
          <a:solidFill>
            <a:schemeClr val="bg1"/>
          </a:solidFill>
        </p:grpSpPr>
        <p:sp>
          <p:nvSpPr>
            <p:cNvPr id="42" name="Freeform: Shape 41">
              <a:extLst>
                <a:ext uri="{FF2B5EF4-FFF2-40B4-BE49-F238E27FC236}">
                  <a16:creationId xmlns:a16="http://schemas.microsoft.com/office/drawing/2014/main" id="{7E01E9BA-B793-9E71-A299-E74B4F0AC3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9A4DD346-EF68-EC82-D727-FB31B5207E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EB9B6F22-5A14-5746-059A-3F9AC1D5EF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dirty="0"/>
            </a:p>
          </p:txBody>
        </p:sp>
        <p:sp>
          <p:nvSpPr>
            <p:cNvPr id="45" name="Freeform: Shape 44">
              <a:extLst>
                <a:ext uri="{FF2B5EF4-FFF2-40B4-BE49-F238E27FC236}">
                  <a16:creationId xmlns:a16="http://schemas.microsoft.com/office/drawing/2014/main" id="{30BB360D-60CB-F094-D6A6-63418FD024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799D4FB2-3174-ABD8-5CCC-D630BA0045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CFE7A48B-B8A8-9D69-4DD5-9EAB8C179C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4A372D35-D3BD-3516-76BA-260092E0A7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11BEC989-7DE6-317A-6683-C84D9F882B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CB12BBC2-C757-F892-5C02-1AB58E40F1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8403DCFA-E2DD-051B-6716-13ED010B55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519044DA-A72A-00E9-85DD-56D8B12E73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6468A649-546D-18A1-AE1F-FF8F84E93F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51FA577F-BE02-90B9-BFBB-778D35EDF3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4676881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8A7435-A4B6-AFA2-2B39-01B3801FA282}"/>
            </a:ext>
          </a:extLst>
        </p:cNvPr>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E17354EB-7FF6-F52B-DB0E-3DF51CD685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A4C3577-CFA0-EF7E-02FE-BBCBD073D8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7388" y="181576"/>
            <a:ext cx="11823637" cy="650108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Graphic 212">
            <a:extLst>
              <a:ext uri="{FF2B5EF4-FFF2-40B4-BE49-F238E27FC236}">
                <a16:creationId xmlns:a16="http://schemas.microsoft.com/office/drawing/2014/main" id="{A2A6E945-48FF-5729-4C28-80B596FF69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20063" y="1042062"/>
            <a:ext cx="932200" cy="932200"/>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9" name="Graphic 212">
            <a:extLst>
              <a:ext uri="{FF2B5EF4-FFF2-40B4-BE49-F238E27FC236}">
                <a16:creationId xmlns:a16="http://schemas.microsoft.com/office/drawing/2014/main" id="{D3C4A25D-1646-9E75-5AB5-9A16E82C09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20063" y="1042062"/>
            <a:ext cx="932200" cy="932200"/>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699" name="Rectangle 698">
            <a:extLst>
              <a:ext uri="{FF2B5EF4-FFF2-40B4-BE49-F238E27FC236}">
                <a16:creationId xmlns:a16="http://schemas.microsoft.com/office/drawing/2014/main" id="{E73D7810-F647-6AA8-3890-2A0E55C618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4108" y="1355188"/>
            <a:ext cx="10451592" cy="18288"/>
          </a:xfrm>
          <a:prstGeom prst="rect">
            <a:avLst/>
          </a:prstGeom>
          <a:solidFill>
            <a:srgbClr val="FFFFFF"/>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01" name="Rectangle 700">
            <a:extLst>
              <a:ext uri="{FF2B5EF4-FFF2-40B4-BE49-F238E27FC236}">
                <a16:creationId xmlns:a16="http://schemas.microsoft.com/office/drawing/2014/main" id="{534E38BC-0363-C7E2-1343-2F87C838DA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flipV="1">
            <a:off x="974108" y="1198870"/>
            <a:ext cx="1873457"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02" name="Title 1">
            <a:extLst>
              <a:ext uri="{FF2B5EF4-FFF2-40B4-BE49-F238E27FC236}">
                <a16:creationId xmlns:a16="http://schemas.microsoft.com/office/drawing/2014/main" id="{A85A2551-D282-D640-DB24-DEB789BF7B4A}"/>
              </a:ext>
            </a:extLst>
          </p:cNvPr>
          <p:cNvSpPr txBox="1">
            <a:spLocks/>
          </p:cNvSpPr>
          <p:nvPr/>
        </p:nvSpPr>
        <p:spPr>
          <a:xfrm>
            <a:off x="838521" y="258211"/>
            <a:ext cx="7481514" cy="973081"/>
          </a:xfrm>
          <a:prstGeom prst="rect">
            <a:avLst/>
          </a:prstGeom>
        </p:spPr>
        <p:txBody>
          <a:bodyPr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6000" dirty="0">
                <a:solidFill>
                  <a:schemeClr val="bg1">
                    <a:lumMod val="95000"/>
                  </a:schemeClr>
                </a:solidFill>
              </a:rPr>
              <a:t>Future Work</a:t>
            </a:r>
          </a:p>
        </p:txBody>
      </p:sp>
      <p:sp>
        <p:nvSpPr>
          <p:cNvPr id="7" name="TextBox 6">
            <a:extLst>
              <a:ext uri="{FF2B5EF4-FFF2-40B4-BE49-F238E27FC236}">
                <a16:creationId xmlns:a16="http://schemas.microsoft.com/office/drawing/2014/main" id="{AC8D8318-FC66-1B4E-3B5A-9AB882A93DAE}"/>
              </a:ext>
            </a:extLst>
          </p:cNvPr>
          <p:cNvSpPr txBox="1"/>
          <p:nvPr/>
        </p:nvSpPr>
        <p:spPr>
          <a:xfrm>
            <a:off x="1306287" y="1873347"/>
            <a:ext cx="9545933" cy="1200329"/>
          </a:xfrm>
          <a:prstGeom prst="rect">
            <a:avLst/>
          </a:prstGeom>
          <a:noFill/>
        </p:spPr>
        <p:txBody>
          <a:bodyPr wrap="square">
            <a:spAutoFit/>
          </a:bodyPr>
          <a:lstStyle/>
          <a:p>
            <a:pPr algn="just" fontAlgn="t">
              <a:buNone/>
            </a:pPr>
            <a:r>
              <a:rPr lang="en-US" b="0" i="0" dirty="0">
                <a:solidFill>
                  <a:schemeClr val="bg1"/>
                </a:solidFill>
                <a:effectLst/>
                <a:latin typeface="Segoe UI" panose="020B0502040204020203" pitchFamily="34" charset="0"/>
              </a:rPr>
              <a:t>The ProcureAssistant prototype will transition into a production-grade component of the Procurement Companion platform. This phase includes implementing enterprise-level security, scalability, robust error handling, and compliance with governance standards. These enhancements will ensure reliability and readiness for large-scale deployment.</a:t>
            </a:r>
          </a:p>
        </p:txBody>
      </p:sp>
      <p:sp>
        <p:nvSpPr>
          <p:cNvPr id="12" name="TextBox 11">
            <a:extLst>
              <a:ext uri="{FF2B5EF4-FFF2-40B4-BE49-F238E27FC236}">
                <a16:creationId xmlns:a16="http://schemas.microsoft.com/office/drawing/2014/main" id="{3E0E4B72-7CA2-8715-0176-E2D5FAA9C446}"/>
              </a:ext>
            </a:extLst>
          </p:cNvPr>
          <p:cNvSpPr txBox="1"/>
          <p:nvPr/>
        </p:nvSpPr>
        <p:spPr>
          <a:xfrm>
            <a:off x="1306286" y="3468606"/>
            <a:ext cx="9545933" cy="1477328"/>
          </a:xfrm>
          <a:prstGeom prst="rect">
            <a:avLst/>
          </a:prstGeom>
          <a:noFill/>
        </p:spPr>
        <p:txBody>
          <a:bodyPr wrap="square">
            <a:spAutoFit/>
          </a:bodyPr>
          <a:lstStyle/>
          <a:p>
            <a:pPr algn="just" fontAlgn="t">
              <a:buNone/>
            </a:pPr>
            <a:r>
              <a:rPr lang="en-US" dirty="0">
                <a:solidFill>
                  <a:schemeClr val="bg1"/>
                </a:solidFill>
                <a:latin typeface="Segoe UI" panose="020B0502040204020203" pitchFamily="34" charset="0"/>
              </a:rPr>
              <a:t>Future iterations aim to evolve ProcureAssistant into an autonomous AI agent integrated across enterprise systems. Planned features include Outlook email integration for automated query responses, Microsoft Teams bot for natural language interaction, proactive alerts for expiring contracts, and multimodal retrieval for structured data extraction from diagrams and charts.</a:t>
            </a:r>
          </a:p>
        </p:txBody>
      </p:sp>
      <p:sp>
        <p:nvSpPr>
          <p:cNvPr id="19" name="TextBox 18">
            <a:extLst>
              <a:ext uri="{FF2B5EF4-FFF2-40B4-BE49-F238E27FC236}">
                <a16:creationId xmlns:a16="http://schemas.microsoft.com/office/drawing/2014/main" id="{B0F53FAF-B1A7-C755-F44E-CCEDA64759F9}"/>
              </a:ext>
            </a:extLst>
          </p:cNvPr>
          <p:cNvSpPr txBox="1"/>
          <p:nvPr/>
        </p:nvSpPr>
        <p:spPr>
          <a:xfrm>
            <a:off x="1306287" y="5355035"/>
            <a:ext cx="9545933" cy="1200329"/>
          </a:xfrm>
          <a:prstGeom prst="rect">
            <a:avLst/>
          </a:prstGeom>
          <a:noFill/>
        </p:spPr>
        <p:txBody>
          <a:bodyPr wrap="square">
            <a:spAutoFit/>
          </a:bodyPr>
          <a:lstStyle/>
          <a:p>
            <a:pPr algn="just" fontAlgn="t">
              <a:buNone/>
            </a:pPr>
            <a:r>
              <a:rPr lang="en-US" dirty="0">
                <a:solidFill>
                  <a:schemeClr val="bg1"/>
                </a:solidFill>
                <a:latin typeface="Segoe UI" panose="020B0502040204020203" pitchFamily="34" charset="0"/>
              </a:rPr>
              <a:t>Upcoming enhancements will embed governance and transparency into the platform. Features include audit trail visualization for query-response lineage, policy enforcement layers to flag non-compliant actions, and feedback-driven retraining using RLHF signals. Adaptive caching and intent recognition will further optimize relevance and reduce latency.</a:t>
            </a:r>
          </a:p>
        </p:txBody>
      </p:sp>
      <p:sp>
        <p:nvSpPr>
          <p:cNvPr id="22" name="TextBox 21">
            <a:extLst>
              <a:ext uri="{FF2B5EF4-FFF2-40B4-BE49-F238E27FC236}">
                <a16:creationId xmlns:a16="http://schemas.microsoft.com/office/drawing/2014/main" id="{FEF87486-57D6-3A91-3D18-141166C241D9}"/>
              </a:ext>
            </a:extLst>
          </p:cNvPr>
          <p:cNvSpPr txBox="1"/>
          <p:nvPr/>
        </p:nvSpPr>
        <p:spPr>
          <a:xfrm>
            <a:off x="939737" y="1561958"/>
            <a:ext cx="6094324" cy="328936"/>
          </a:xfrm>
          <a:prstGeom prst="rect">
            <a:avLst/>
          </a:prstGeom>
          <a:noFill/>
        </p:spPr>
        <p:txBody>
          <a:bodyPr wrap="square">
            <a:spAutoFit/>
          </a:bodyPr>
          <a:lstStyle/>
          <a:p>
            <a:pPr fontAlgn="t">
              <a:lnSpc>
                <a:spcPts val="1500"/>
              </a:lnSpc>
              <a:buNone/>
            </a:pPr>
            <a:r>
              <a:rPr lang="en-IN" sz="2400" dirty="0">
                <a:solidFill>
                  <a:schemeClr val="bg1"/>
                </a:solidFill>
              </a:rPr>
              <a:t>1. Vision &amp; Deployment</a:t>
            </a:r>
          </a:p>
        </p:txBody>
      </p:sp>
      <p:sp>
        <p:nvSpPr>
          <p:cNvPr id="23" name="TextBox 22">
            <a:extLst>
              <a:ext uri="{FF2B5EF4-FFF2-40B4-BE49-F238E27FC236}">
                <a16:creationId xmlns:a16="http://schemas.microsoft.com/office/drawing/2014/main" id="{1193EF2D-6262-5A95-500D-4339D5B1ABF8}"/>
              </a:ext>
            </a:extLst>
          </p:cNvPr>
          <p:cNvSpPr txBox="1"/>
          <p:nvPr/>
        </p:nvSpPr>
        <p:spPr>
          <a:xfrm>
            <a:off x="939737" y="3175724"/>
            <a:ext cx="6094324" cy="328936"/>
          </a:xfrm>
          <a:prstGeom prst="rect">
            <a:avLst/>
          </a:prstGeom>
          <a:noFill/>
        </p:spPr>
        <p:txBody>
          <a:bodyPr wrap="square">
            <a:spAutoFit/>
          </a:bodyPr>
          <a:lstStyle/>
          <a:p>
            <a:pPr fontAlgn="t">
              <a:lnSpc>
                <a:spcPts val="1500"/>
              </a:lnSpc>
            </a:pPr>
            <a:r>
              <a:rPr lang="en-IN" sz="2400" dirty="0">
                <a:solidFill>
                  <a:schemeClr val="bg1"/>
                </a:solidFill>
              </a:rPr>
              <a:t>2. Advanced Capabilities</a:t>
            </a:r>
          </a:p>
        </p:txBody>
      </p:sp>
      <p:sp>
        <p:nvSpPr>
          <p:cNvPr id="24" name="TextBox 23">
            <a:extLst>
              <a:ext uri="{FF2B5EF4-FFF2-40B4-BE49-F238E27FC236}">
                <a16:creationId xmlns:a16="http://schemas.microsoft.com/office/drawing/2014/main" id="{5E5BD43A-D5A2-B6C5-3596-33ADCCD0A343}"/>
              </a:ext>
            </a:extLst>
          </p:cNvPr>
          <p:cNvSpPr txBox="1"/>
          <p:nvPr/>
        </p:nvSpPr>
        <p:spPr>
          <a:xfrm>
            <a:off x="974108" y="5049354"/>
            <a:ext cx="6094324" cy="328936"/>
          </a:xfrm>
          <a:prstGeom prst="rect">
            <a:avLst/>
          </a:prstGeom>
          <a:noFill/>
        </p:spPr>
        <p:txBody>
          <a:bodyPr wrap="square">
            <a:spAutoFit/>
          </a:bodyPr>
          <a:lstStyle/>
          <a:p>
            <a:pPr fontAlgn="t">
              <a:lnSpc>
                <a:spcPts val="1500"/>
              </a:lnSpc>
              <a:buNone/>
            </a:pPr>
            <a:r>
              <a:rPr lang="en-IN" sz="2400" dirty="0">
                <a:solidFill>
                  <a:schemeClr val="bg1"/>
                </a:solidFill>
              </a:rPr>
              <a:t>3. Governance &amp; Intelligence</a:t>
            </a:r>
          </a:p>
        </p:txBody>
      </p:sp>
    </p:spTree>
    <p:extLst>
      <p:ext uri="{BB962C8B-B14F-4D97-AF65-F5344CB8AC3E}">
        <p14:creationId xmlns:p14="http://schemas.microsoft.com/office/powerpoint/2010/main" val="18860683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3BF43A-DD32-A435-1AFF-F6A7506EC1CC}"/>
            </a:ext>
          </a:extLst>
        </p:cNvPr>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EA1C88B5-828E-F12B-FDE5-99A7C7352E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49FE5BF-381F-D4E4-2BA3-45F78863B3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7388" y="181576"/>
            <a:ext cx="11823637" cy="650108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DECAE6E9-51AB-8B53-5EE1-5B2CD0C7F42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27918" y="5502812"/>
            <a:ext cx="1598829" cy="531293"/>
            <a:chOff x="6491531" y="1420258"/>
            <a:chExt cx="1598829" cy="531293"/>
          </a:xfrm>
          <a:solidFill>
            <a:schemeClr val="bg1"/>
          </a:solidFill>
        </p:grpSpPr>
        <p:grpSp>
          <p:nvGrpSpPr>
            <p:cNvPr id="13" name="Graphic 190">
              <a:extLst>
                <a:ext uri="{FF2B5EF4-FFF2-40B4-BE49-F238E27FC236}">
                  <a16:creationId xmlns:a16="http://schemas.microsoft.com/office/drawing/2014/main" id="{C4BE94EA-B37E-DFE9-2DEB-817C5DEFEE2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491531" y="1420258"/>
              <a:ext cx="1598829" cy="531293"/>
              <a:chOff x="2504802" y="1755501"/>
              <a:chExt cx="1598829" cy="531293"/>
            </a:xfrm>
            <a:grpFill/>
          </p:grpSpPr>
          <p:sp>
            <p:nvSpPr>
              <p:cNvPr id="354" name="Freeform: Shape 353">
                <a:extLst>
                  <a:ext uri="{FF2B5EF4-FFF2-40B4-BE49-F238E27FC236}">
                    <a16:creationId xmlns:a16="http://schemas.microsoft.com/office/drawing/2014/main" id="{9FF9451E-3E99-1225-B4F0-F040AD4110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355" name="Freeform: Shape 354">
                <a:extLst>
                  <a:ext uri="{FF2B5EF4-FFF2-40B4-BE49-F238E27FC236}">
                    <a16:creationId xmlns:a16="http://schemas.microsoft.com/office/drawing/2014/main" id="{F3955C22-031D-F0ED-D445-7DC105307A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grpSp>
          <p:nvGrpSpPr>
            <p:cNvPr id="14" name="Graphic 190">
              <a:extLst>
                <a:ext uri="{FF2B5EF4-FFF2-40B4-BE49-F238E27FC236}">
                  <a16:creationId xmlns:a16="http://schemas.microsoft.com/office/drawing/2014/main" id="{20C1F7E9-8A85-8EB2-68FE-140AFF564BE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491531" y="1420258"/>
              <a:ext cx="1598829" cy="531293"/>
              <a:chOff x="2504802" y="1755501"/>
              <a:chExt cx="1598829" cy="531293"/>
            </a:xfrm>
            <a:grpFill/>
          </p:grpSpPr>
          <p:sp>
            <p:nvSpPr>
              <p:cNvPr id="15" name="Freeform: Shape 14">
                <a:extLst>
                  <a:ext uri="{FF2B5EF4-FFF2-40B4-BE49-F238E27FC236}">
                    <a16:creationId xmlns:a16="http://schemas.microsoft.com/office/drawing/2014/main" id="{15FEE500-57DB-DB52-1B8C-BF50EC70C0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C28DE6A1-B7BB-3D67-39B1-FBA04ED2B8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grpSp>
      <p:sp>
        <p:nvSpPr>
          <p:cNvPr id="698" name="TextBox 697">
            <a:extLst>
              <a:ext uri="{FF2B5EF4-FFF2-40B4-BE49-F238E27FC236}">
                <a16:creationId xmlns:a16="http://schemas.microsoft.com/office/drawing/2014/main" id="{A5453407-18E9-61AE-02C6-9EDA27CAF493}"/>
              </a:ext>
            </a:extLst>
          </p:cNvPr>
          <p:cNvSpPr txBox="1"/>
          <p:nvPr/>
        </p:nvSpPr>
        <p:spPr>
          <a:xfrm>
            <a:off x="727586" y="1864183"/>
            <a:ext cx="7934633" cy="3150030"/>
          </a:xfrm>
          <a:prstGeom prst="rect">
            <a:avLst/>
          </a:prstGeom>
          <a:noFill/>
        </p:spPr>
        <p:txBody>
          <a:bodyPr wrap="square">
            <a:spAutoFit/>
          </a:bodyPr>
          <a:lstStyle/>
          <a:p>
            <a:pPr marL="463550" indent="-6350" algn="l">
              <a:lnSpc>
                <a:spcPct val="107000"/>
              </a:lnSpc>
              <a:spcAft>
                <a:spcPts val="1620"/>
              </a:spcAft>
              <a:buNone/>
            </a:pPr>
            <a:r>
              <a:rPr lang="en-IN" sz="1800" kern="100" dirty="0">
                <a:solidFill>
                  <a:schemeClr val="bg1">
                    <a:lumMod val="95000"/>
                  </a:schemeClr>
                </a:solidFill>
                <a:effectLst/>
                <a:latin typeface="Times New Roman" panose="02020603050405020304" pitchFamily="18" charset="0"/>
                <a:ea typeface="Times New Roman" panose="02020603050405020304" pitchFamily="18" charset="0"/>
              </a:rPr>
              <a:t>[1] </a:t>
            </a:r>
            <a:r>
              <a:rPr lang="en-IN" sz="1800" b="1" kern="100" dirty="0">
                <a:solidFill>
                  <a:schemeClr val="bg1">
                    <a:lumMod val="95000"/>
                  </a:schemeClr>
                </a:solidFill>
                <a:effectLst/>
                <a:latin typeface="Times New Roman" panose="02020603050405020304" pitchFamily="18" charset="0"/>
                <a:ea typeface="Times New Roman" panose="02020603050405020304" pitchFamily="18" charset="0"/>
              </a:rPr>
              <a:t>Retrieval-Augmented Generation for Knowledge-Intensive NLP Tasks</a:t>
            </a:r>
            <a:br>
              <a:rPr lang="en-IN" sz="1800" kern="100" dirty="0">
                <a:solidFill>
                  <a:schemeClr val="bg1">
                    <a:lumMod val="95000"/>
                  </a:schemeClr>
                </a:solidFill>
                <a:effectLst/>
                <a:latin typeface="Times New Roman" panose="02020603050405020304" pitchFamily="18" charset="0"/>
                <a:ea typeface="Times New Roman" panose="02020603050405020304" pitchFamily="18" charset="0"/>
              </a:rPr>
            </a:br>
            <a:r>
              <a:rPr lang="en-IN" sz="1800" kern="100" dirty="0">
                <a:solidFill>
                  <a:schemeClr val="bg1">
                    <a:lumMod val="95000"/>
                  </a:schemeClr>
                </a:solidFill>
                <a:effectLst/>
                <a:latin typeface="Times New Roman" panose="02020603050405020304" pitchFamily="18" charset="0"/>
                <a:ea typeface="Times New Roman" panose="02020603050405020304" pitchFamily="18" charset="0"/>
              </a:rPr>
              <a:t>      Lewis, P., Perez, E., </a:t>
            </a:r>
            <a:r>
              <a:rPr lang="en-IN" sz="1800" kern="100" dirty="0" err="1">
                <a:solidFill>
                  <a:schemeClr val="bg1">
                    <a:lumMod val="95000"/>
                  </a:schemeClr>
                </a:solidFill>
                <a:effectLst/>
                <a:latin typeface="Times New Roman" panose="02020603050405020304" pitchFamily="18" charset="0"/>
                <a:ea typeface="Times New Roman" panose="02020603050405020304" pitchFamily="18" charset="0"/>
              </a:rPr>
              <a:t>Piktus</a:t>
            </a:r>
            <a:r>
              <a:rPr lang="en-IN" sz="1800" kern="100" dirty="0">
                <a:solidFill>
                  <a:schemeClr val="bg1">
                    <a:lumMod val="95000"/>
                  </a:schemeClr>
                </a:solidFill>
                <a:effectLst/>
                <a:latin typeface="Times New Roman" panose="02020603050405020304" pitchFamily="18" charset="0"/>
                <a:ea typeface="Times New Roman" panose="02020603050405020304" pitchFamily="18" charset="0"/>
              </a:rPr>
              <a:t>, A., et al. (2020). </a:t>
            </a:r>
            <a:r>
              <a:rPr lang="en-IN" sz="1800" i="1" kern="100" dirty="0">
                <a:solidFill>
                  <a:schemeClr val="bg1">
                    <a:lumMod val="95000"/>
                  </a:schemeClr>
                </a:solidFill>
                <a:effectLst/>
                <a:latin typeface="Times New Roman" panose="02020603050405020304" pitchFamily="18" charset="0"/>
                <a:ea typeface="Times New Roman" panose="02020603050405020304" pitchFamily="18" charset="0"/>
              </a:rPr>
              <a:t>arXiv:2005.11401</a:t>
            </a:r>
            <a:r>
              <a:rPr lang="en-IN" sz="1800" kern="100" dirty="0">
                <a:solidFill>
                  <a:schemeClr val="bg1">
                    <a:lumMod val="95000"/>
                  </a:schemeClr>
                </a:solidFill>
                <a:effectLst/>
                <a:latin typeface="Times New Roman" panose="02020603050405020304" pitchFamily="18" charset="0"/>
                <a:ea typeface="Times New Roman" panose="02020603050405020304" pitchFamily="18" charset="0"/>
              </a:rPr>
              <a:t>.</a:t>
            </a:r>
            <a:br>
              <a:rPr lang="en-IN" sz="1800" kern="100" dirty="0">
                <a:solidFill>
                  <a:schemeClr val="bg1">
                    <a:lumMod val="95000"/>
                  </a:schemeClr>
                </a:solidFill>
                <a:effectLst/>
                <a:latin typeface="Times New Roman" panose="02020603050405020304" pitchFamily="18" charset="0"/>
                <a:ea typeface="Times New Roman" panose="02020603050405020304" pitchFamily="18" charset="0"/>
              </a:rPr>
            </a:br>
            <a:r>
              <a:rPr lang="en-IN" sz="1800" kern="100" dirty="0">
                <a:solidFill>
                  <a:schemeClr val="bg1">
                    <a:lumMod val="95000"/>
                  </a:schemeClr>
                </a:solidFill>
                <a:effectLst/>
                <a:latin typeface="Times New Roman" panose="02020603050405020304" pitchFamily="18" charset="0"/>
                <a:ea typeface="Times New Roman" panose="02020603050405020304" pitchFamily="18" charset="0"/>
              </a:rPr>
              <a:t>      </a:t>
            </a:r>
            <a:r>
              <a:rPr lang="en-IN" sz="1800" u="sng" kern="100" dirty="0">
                <a:solidFill>
                  <a:schemeClr val="bg1">
                    <a:lumMod val="95000"/>
                  </a:schemeClr>
                </a:solidFill>
                <a:effectLst/>
                <a:latin typeface="Times New Roman" panose="02020603050405020304" pitchFamily="18" charset="0"/>
                <a:ea typeface="Times New Roman" panose="02020603050405020304" pitchFamily="18" charset="0"/>
                <a:hlinkClick r:id="rId2">
                  <a:extLst>
                    <a:ext uri="{A12FA001-AC4F-418D-AE19-62706E023703}">
                      <ahyp:hlinkClr xmlns:ahyp="http://schemas.microsoft.com/office/drawing/2018/hyperlinkcolor" val="tx"/>
                    </a:ext>
                  </a:extLst>
                </a:hlinkClick>
              </a:rPr>
              <a:t>https://arxiv.org/abs/2005.11401</a:t>
            </a:r>
            <a:endParaRPr lang="en-IN" sz="1800" kern="100" dirty="0">
              <a:solidFill>
                <a:schemeClr val="bg1">
                  <a:lumMod val="95000"/>
                </a:schemeClr>
              </a:solidFill>
              <a:effectLst/>
              <a:latin typeface="Times New Roman" panose="02020603050405020304" pitchFamily="18" charset="0"/>
              <a:ea typeface="Times New Roman" panose="02020603050405020304" pitchFamily="18" charset="0"/>
            </a:endParaRPr>
          </a:p>
          <a:p>
            <a:pPr marL="463550" indent="-6350" algn="l">
              <a:lnSpc>
                <a:spcPct val="107000"/>
              </a:lnSpc>
              <a:spcAft>
                <a:spcPts val="1620"/>
              </a:spcAft>
              <a:buNone/>
            </a:pPr>
            <a:r>
              <a:rPr lang="en-IN" sz="1800" kern="100" dirty="0">
                <a:solidFill>
                  <a:schemeClr val="bg1">
                    <a:lumMod val="95000"/>
                  </a:schemeClr>
                </a:solidFill>
                <a:effectLst/>
                <a:latin typeface="Times New Roman" panose="02020603050405020304" pitchFamily="18" charset="0"/>
                <a:ea typeface="Times New Roman" panose="02020603050405020304" pitchFamily="18" charset="0"/>
              </a:rPr>
              <a:t>[2]</a:t>
            </a:r>
            <a:r>
              <a:rPr lang="en-IN" sz="1800" b="1" kern="100" dirty="0">
                <a:solidFill>
                  <a:schemeClr val="bg1">
                    <a:lumMod val="95000"/>
                  </a:schemeClr>
                </a:solidFill>
                <a:effectLst/>
                <a:latin typeface="Times New Roman" panose="02020603050405020304" pitchFamily="18" charset="0"/>
                <a:ea typeface="Times New Roman" panose="02020603050405020304" pitchFamily="18" charset="0"/>
              </a:rPr>
              <a:t> FAISS: A Library for Efficient Similarity Search</a:t>
            </a:r>
            <a:br>
              <a:rPr lang="en-IN" sz="1800" kern="100" dirty="0">
                <a:solidFill>
                  <a:schemeClr val="bg1">
                    <a:lumMod val="95000"/>
                  </a:schemeClr>
                </a:solidFill>
                <a:effectLst/>
                <a:latin typeface="Times New Roman" panose="02020603050405020304" pitchFamily="18" charset="0"/>
                <a:ea typeface="Times New Roman" panose="02020603050405020304" pitchFamily="18" charset="0"/>
              </a:rPr>
            </a:br>
            <a:r>
              <a:rPr lang="en-IN" sz="1800" kern="100" dirty="0">
                <a:solidFill>
                  <a:schemeClr val="bg1">
                    <a:lumMod val="95000"/>
                  </a:schemeClr>
                </a:solidFill>
                <a:effectLst/>
                <a:latin typeface="Times New Roman" panose="02020603050405020304" pitchFamily="18" charset="0"/>
                <a:ea typeface="Times New Roman" panose="02020603050405020304" pitchFamily="18" charset="0"/>
              </a:rPr>
              <a:t>      Johnson, J., </a:t>
            </a:r>
            <a:r>
              <a:rPr lang="en-IN" sz="1800" kern="100" dirty="0" err="1">
                <a:solidFill>
                  <a:schemeClr val="bg1">
                    <a:lumMod val="95000"/>
                  </a:schemeClr>
                </a:solidFill>
                <a:effectLst/>
                <a:latin typeface="Times New Roman" panose="02020603050405020304" pitchFamily="18" charset="0"/>
                <a:ea typeface="Times New Roman" panose="02020603050405020304" pitchFamily="18" charset="0"/>
              </a:rPr>
              <a:t>Douze</a:t>
            </a:r>
            <a:r>
              <a:rPr lang="en-IN" sz="1800" kern="100" dirty="0">
                <a:solidFill>
                  <a:schemeClr val="bg1">
                    <a:lumMod val="95000"/>
                  </a:schemeClr>
                </a:solidFill>
                <a:effectLst/>
                <a:latin typeface="Times New Roman" panose="02020603050405020304" pitchFamily="18" charset="0"/>
                <a:ea typeface="Times New Roman" panose="02020603050405020304" pitchFamily="18" charset="0"/>
              </a:rPr>
              <a:t>, M., &amp; Jégou, H. (2019). </a:t>
            </a:r>
            <a:r>
              <a:rPr lang="en-IN" sz="1800" i="1" kern="100" dirty="0">
                <a:solidFill>
                  <a:schemeClr val="bg1">
                    <a:lumMod val="95000"/>
                  </a:schemeClr>
                </a:solidFill>
                <a:effectLst/>
                <a:latin typeface="Times New Roman" panose="02020603050405020304" pitchFamily="18" charset="0"/>
                <a:ea typeface="Times New Roman" panose="02020603050405020304" pitchFamily="18" charset="0"/>
              </a:rPr>
              <a:t>Facebook AI Research</a:t>
            </a:r>
            <a:r>
              <a:rPr lang="en-IN" sz="1800" kern="100" dirty="0">
                <a:solidFill>
                  <a:schemeClr val="bg1">
                    <a:lumMod val="95000"/>
                  </a:schemeClr>
                </a:solidFill>
                <a:effectLst/>
                <a:latin typeface="Times New Roman" panose="02020603050405020304" pitchFamily="18" charset="0"/>
                <a:ea typeface="Times New Roman" panose="02020603050405020304" pitchFamily="18" charset="0"/>
              </a:rPr>
              <a:t>.</a:t>
            </a:r>
            <a:br>
              <a:rPr lang="en-IN" sz="1800" kern="100" dirty="0">
                <a:solidFill>
                  <a:schemeClr val="bg1">
                    <a:lumMod val="95000"/>
                  </a:schemeClr>
                </a:solidFill>
                <a:effectLst/>
                <a:latin typeface="Times New Roman" panose="02020603050405020304" pitchFamily="18" charset="0"/>
                <a:ea typeface="Times New Roman" panose="02020603050405020304" pitchFamily="18" charset="0"/>
              </a:rPr>
            </a:br>
            <a:r>
              <a:rPr lang="en-IN" sz="1800" kern="100" dirty="0">
                <a:solidFill>
                  <a:schemeClr val="bg1">
                    <a:lumMod val="95000"/>
                  </a:schemeClr>
                </a:solidFill>
                <a:effectLst/>
                <a:latin typeface="Times New Roman" panose="02020603050405020304" pitchFamily="18" charset="0"/>
                <a:ea typeface="Times New Roman" panose="02020603050405020304" pitchFamily="18" charset="0"/>
              </a:rPr>
              <a:t>      </a:t>
            </a:r>
            <a:r>
              <a:rPr lang="en-IN" sz="1800" u="sng" kern="100" dirty="0">
                <a:solidFill>
                  <a:schemeClr val="bg1">
                    <a:lumMod val="95000"/>
                  </a:schemeClr>
                </a:solidFill>
                <a:effectLst/>
                <a:latin typeface="Times New Roman" panose="02020603050405020304" pitchFamily="18" charset="0"/>
                <a:ea typeface="Times New Roman" panose="02020603050405020304" pitchFamily="18" charset="0"/>
                <a:hlinkClick r:id="rId3">
                  <a:extLst>
                    <a:ext uri="{A12FA001-AC4F-418D-AE19-62706E023703}">
                      <ahyp:hlinkClr xmlns:ahyp="http://schemas.microsoft.com/office/drawing/2018/hyperlinkcolor" val="tx"/>
                    </a:ext>
                  </a:extLst>
                </a:hlinkClick>
              </a:rPr>
              <a:t>https://github.com/facebookresearch/faiss</a:t>
            </a:r>
            <a:endParaRPr lang="en-IN" sz="1800" kern="100" dirty="0">
              <a:solidFill>
                <a:schemeClr val="bg1">
                  <a:lumMod val="95000"/>
                </a:schemeClr>
              </a:solidFill>
              <a:effectLst/>
              <a:latin typeface="Times New Roman" panose="02020603050405020304" pitchFamily="18" charset="0"/>
              <a:ea typeface="Times New Roman" panose="02020603050405020304" pitchFamily="18" charset="0"/>
            </a:endParaRPr>
          </a:p>
          <a:p>
            <a:pPr marL="463550" indent="-6350" algn="l">
              <a:lnSpc>
                <a:spcPct val="107000"/>
              </a:lnSpc>
              <a:spcAft>
                <a:spcPts val="1620"/>
              </a:spcAft>
              <a:buNone/>
            </a:pPr>
            <a:r>
              <a:rPr lang="en-IN" sz="1800" kern="100" dirty="0">
                <a:solidFill>
                  <a:schemeClr val="bg1">
                    <a:lumMod val="95000"/>
                  </a:schemeClr>
                </a:solidFill>
                <a:effectLst/>
                <a:latin typeface="Times New Roman" panose="02020603050405020304" pitchFamily="18" charset="0"/>
                <a:ea typeface="Times New Roman" panose="02020603050405020304" pitchFamily="18" charset="0"/>
              </a:rPr>
              <a:t>[3]</a:t>
            </a:r>
            <a:r>
              <a:rPr lang="en-IN" sz="1800" b="1" kern="100" dirty="0">
                <a:solidFill>
                  <a:schemeClr val="bg1">
                    <a:lumMod val="95000"/>
                  </a:schemeClr>
                </a:solidFill>
                <a:effectLst/>
                <a:latin typeface="Times New Roman" panose="02020603050405020304" pitchFamily="18" charset="0"/>
                <a:ea typeface="Times New Roman" panose="02020603050405020304" pitchFamily="18" charset="0"/>
              </a:rPr>
              <a:t> </a:t>
            </a:r>
            <a:r>
              <a:rPr lang="en-IN" sz="1800" b="1" kern="100" dirty="0" err="1">
                <a:solidFill>
                  <a:schemeClr val="bg1">
                    <a:lumMod val="95000"/>
                  </a:schemeClr>
                </a:solidFill>
                <a:effectLst/>
                <a:latin typeface="Times New Roman" panose="02020603050405020304" pitchFamily="18" charset="0"/>
                <a:ea typeface="Times New Roman" panose="02020603050405020304" pitchFamily="18" charset="0"/>
              </a:rPr>
              <a:t>Streamlit</a:t>
            </a:r>
            <a:r>
              <a:rPr lang="en-IN" sz="1800" b="1" kern="100" dirty="0">
                <a:solidFill>
                  <a:schemeClr val="bg1">
                    <a:lumMod val="95000"/>
                  </a:schemeClr>
                </a:solidFill>
                <a:effectLst/>
                <a:latin typeface="Times New Roman" panose="02020603050405020304" pitchFamily="18" charset="0"/>
                <a:ea typeface="Times New Roman" panose="02020603050405020304" pitchFamily="18" charset="0"/>
              </a:rPr>
              <a:t> Documentation</a:t>
            </a:r>
            <a:br>
              <a:rPr lang="en-IN" sz="1800" kern="100" dirty="0">
                <a:solidFill>
                  <a:schemeClr val="bg1">
                    <a:lumMod val="95000"/>
                  </a:schemeClr>
                </a:solidFill>
                <a:effectLst/>
                <a:latin typeface="Times New Roman" panose="02020603050405020304" pitchFamily="18" charset="0"/>
                <a:ea typeface="Times New Roman" panose="02020603050405020304" pitchFamily="18" charset="0"/>
              </a:rPr>
            </a:br>
            <a:r>
              <a:rPr lang="en-IN" sz="1800" kern="100" dirty="0">
                <a:solidFill>
                  <a:schemeClr val="bg1">
                    <a:lumMod val="95000"/>
                  </a:schemeClr>
                </a:solidFill>
                <a:effectLst/>
                <a:latin typeface="Times New Roman" panose="02020603050405020304" pitchFamily="18" charset="0"/>
                <a:ea typeface="Times New Roman" panose="02020603050405020304" pitchFamily="18" charset="0"/>
              </a:rPr>
              <a:t>      </a:t>
            </a:r>
            <a:r>
              <a:rPr lang="en-IN" sz="1800" kern="100" dirty="0" err="1">
                <a:solidFill>
                  <a:schemeClr val="bg1">
                    <a:lumMod val="95000"/>
                  </a:schemeClr>
                </a:solidFill>
                <a:effectLst/>
                <a:latin typeface="Times New Roman" panose="02020603050405020304" pitchFamily="18" charset="0"/>
                <a:ea typeface="Times New Roman" panose="02020603050405020304" pitchFamily="18" charset="0"/>
              </a:rPr>
              <a:t>Streamlit</a:t>
            </a:r>
            <a:r>
              <a:rPr lang="en-IN" sz="1800" kern="100" dirty="0">
                <a:solidFill>
                  <a:schemeClr val="bg1">
                    <a:lumMod val="95000"/>
                  </a:schemeClr>
                </a:solidFill>
                <a:effectLst/>
                <a:latin typeface="Times New Roman" panose="02020603050405020304" pitchFamily="18" charset="0"/>
                <a:ea typeface="Times New Roman" panose="02020603050405020304" pitchFamily="18" charset="0"/>
              </a:rPr>
              <a:t> Inc. (2024). </a:t>
            </a:r>
            <a:r>
              <a:rPr lang="en-IN" sz="1800" i="1" kern="100" dirty="0">
                <a:solidFill>
                  <a:schemeClr val="bg1">
                    <a:lumMod val="95000"/>
                  </a:schemeClr>
                </a:solidFill>
                <a:effectLst/>
                <a:latin typeface="Times New Roman" panose="02020603050405020304" pitchFamily="18" charset="0"/>
                <a:ea typeface="Times New Roman" panose="02020603050405020304" pitchFamily="18" charset="0"/>
              </a:rPr>
              <a:t>Official Documentation</a:t>
            </a:r>
            <a:r>
              <a:rPr lang="en-IN" sz="1800" kern="100" dirty="0">
                <a:solidFill>
                  <a:schemeClr val="bg1">
                    <a:lumMod val="95000"/>
                  </a:schemeClr>
                </a:solidFill>
                <a:effectLst/>
                <a:latin typeface="Times New Roman" panose="02020603050405020304" pitchFamily="18" charset="0"/>
                <a:ea typeface="Times New Roman" panose="02020603050405020304" pitchFamily="18" charset="0"/>
              </a:rPr>
              <a:t>.</a:t>
            </a:r>
            <a:br>
              <a:rPr lang="en-IN" sz="1800" kern="100" dirty="0">
                <a:solidFill>
                  <a:schemeClr val="bg1">
                    <a:lumMod val="95000"/>
                  </a:schemeClr>
                </a:solidFill>
                <a:effectLst/>
                <a:latin typeface="Times New Roman" panose="02020603050405020304" pitchFamily="18" charset="0"/>
                <a:ea typeface="Times New Roman" panose="02020603050405020304" pitchFamily="18" charset="0"/>
              </a:rPr>
            </a:br>
            <a:r>
              <a:rPr lang="en-IN" sz="1800" kern="100" dirty="0">
                <a:solidFill>
                  <a:schemeClr val="bg1">
                    <a:lumMod val="95000"/>
                  </a:schemeClr>
                </a:solidFill>
                <a:effectLst/>
                <a:latin typeface="Times New Roman" panose="02020603050405020304" pitchFamily="18" charset="0"/>
                <a:ea typeface="Times New Roman" panose="02020603050405020304" pitchFamily="18" charset="0"/>
              </a:rPr>
              <a:t>      </a:t>
            </a:r>
            <a:r>
              <a:rPr lang="en-IN" sz="1800" u="sng" kern="100" dirty="0">
                <a:solidFill>
                  <a:schemeClr val="bg1">
                    <a:lumMod val="95000"/>
                  </a:schemeClr>
                </a:solidFill>
                <a:effectLst/>
                <a:latin typeface="Times New Roman" panose="02020603050405020304" pitchFamily="18" charset="0"/>
                <a:ea typeface="Times New Roman" panose="02020603050405020304" pitchFamily="18" charset="0"/>
                <a:hlinkClick r:id="rId4">
                  <a:extLst>
                    <a:ext uri="{A12FA001-AC4F-418D-AE19-62706E023703}">
                      <ahyp:hlinkClr xmlns:ahyp="http://schemas.microsoft.com/office/drawing/2018/hyperlinkcolor" val="tx"/>
                    </a:ext>
                  </a:extLst>
                </a:hlinkClick>
              </a:rPr>
              <a:t>https://docs.streamlit.io/</a:t>
            </a:r>
            <a:endParaRPr lang="en-IN" sz="1800" kern="100" dirty="0">
              <a:solidFill>
                <a:schemeClr val="bg1">
                  <a:lumMod val="95000"/>
                </a:schemeClr>
              </a:solidFill>
              <a:effectLst/>
              <a:latin typeface="Times New Roman" panose="02020603050405020304" pitchFamily="18" charset="0"/>
              <a:ea typeface="Times New Roman" panose="02020603050405020304" pitchFamily="18" charset="0"/>
            </a:endParaRPr>
          </a:p>
        </p:txBody>
      </p:sp>
      <p:sp>
        <p:nvSpPr>
          <p:cNvPr id="699" name="Rectangle 698">
            <a:extLst>
              <a:ext uri="{FF2B5EF4-FFF2-40B4-BE49-F238E27FC236}">
                <a16:creationId xmlns:a16="http://schemas.microsoft.com/office/drawing/2014/main" id="{9948A8DA-7F9B-CCEA-073E-7C3A1A5C56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4108" y="1355188"/>
            <a:ext cx="10451592" cy="18288"/>
          </a:xfrm>
          <a:prstGeom prst="rect">
            <a:avLst/>
          </a:prstGeom>
          <a:solidFill>
            <a:srgbClr val="FFFFFF"/>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01" name="Rectangle 700">
            <a:extLst>
              <a:ext uri="{FF2B5EF4-FFF2-40B4-BE49-F238E27FC236}">
                <a16:creationId xmlns:a16="http://schemas.microsoft.com/office/drawing/2014/main" id="{B8E1284F-8BB6-696C-C637-6A857C8CF7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flipV="1">
            <a:off x="9552243" y="1195820"/>
            <a:ext cx="1873457"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02" name="Title 1">
            <a:extLst>
              <a:ext uri="{FF2B5EF4-FFF2-40B4-BE49-F238E27FC236}">
                <a16:creationId xmlns:a16="http://schemas.microsoft.com/office/drawing/2014/main" id="{64020364-2287-2706-0D98-8397DC8DA8EB}"/>
              </a:ext>
            </a:extLst>
          </p:cNvPr>
          <p:cNvSpPr txBox="1">
            <a:spLocks/>
          </p:cNvSpPr>
          <p:nvPr/>
        </p:nvSpPr>
        <p:spPr>
          <a:xfrm>
            <a:off x="7894561" y="371003"/>
            <a:ext cx="4205427" cy="973081"/>
          </a:xfrm>
          <a:prstGeom prst="rect">
            <a:avLst/>
          </a:prstGeom>
        </p:spPr>
        <p:txBody>
          <a:bodyPr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6000" dirty="0">
                <a:solidFill>
                  <a:schemeClr val="bg1">
                    <a:lumMod val="95000"/>
                  </a:schemeClr>
                </a:solidFill>
              </a:rPr>
              <a:t>References</a:t>
            </a:r>
            <a:endParaRPr lang="en-IN" sz="6000" dirty="0">
              <a:solidFill>
                <a:srgbClr val="FFFFFF"/>
              </a:solidFill>
            </a:endParaRPr>
          </a:p>
        </p:txBody>
      </p:sp>
      <p:grpSp>
        <p:nvGrpSpPr>
          <p:cNvPr id="7" name="Graphic 185">
            <a:extLst>
              <a:ext uri="{FF2B5EF4-FFF2-40B4-BE49-F238E27FC236}">
                <a16:creationId xmlns:a16="http://schemas.microsoft.com/office/drawing/2014/main" id="{F3C425C1-F64A-E242-45E8-BED85B6718D5}"/>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083667" y="710163"/>
            <a:ext cx="1054466" cy="469689"/>
            <a:chOff x="9841624" y="4115729"/>
            <a:chExt cx="602169" cy="268223"/>
          </a:xfrm>
          <a:solidFill>
            <a:schemeClr val="bg1"/>
          </a:solidFill>
        </p:grpSpPr>
        <p:sp>
          <p:nvSpPr>
            <p:cNvPr id="8" name="Freeform: Shape 7">
              <a:extLst>
                <a:ext uri="{FF2B5EF4-FFF2-40B4-BE49-F238E27FC236}">
                  <a16:creationId xmlns:a16="http://schemas.microsoft.com/office/drawing/2014/main" id="{7CABA546-B49C-178A-D1CE-AA35DCBEA1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C7343BEE-D223-8B11-FDF7-1F6A797E16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49B69497-EC93-7C84-A9BE-1205B587E3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898287A2-7D6C-D27A-97B0-36C2A48B03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95DF5E25-78B3-BE92-09BC-D85B16644D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grpSp>
        <p:nvGrpSpPr>
          <p:cNvPr id="50" name="Group 49">
            <a:extLst>
              <a:ext uri="{FF2B5EF4-FFF2-40B4-BE49-F238E27FC236}">
                <a16:creationId xmlns:a16="http://schemas.microsoft.com/office/drawing/2014/main" id="{DAE2EDFD-D320-9245-606B-E700950FD1D5}"/>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332269" y="1649830"/>
            <a:ext cx="3526422" cy="3723949"/>
            <a:chOff x="1881974" y="1174396"/>
            <a:chExt cx="5290997" cy="5290997"/>
          </a:xfrm>
        </p:grpSpPr>
        <p:sp>
          <p:nvSpPr>
            <p:cNvPr id="51" name="Oval 50">
              <a:extLst>
                <a:ext uri="{FF2B5EF4-FFF2-40B4-BE49-F238E27FC236}">
                  <a16:creationId xmlns:a16="http://schemas.microsoft.com/office/drawing/2014/main" id="{6F2CB55A-19A4-DC48-FB1B-07514CDB94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1974" y="1174396"/>
              <a:ext cx="5290997" cy="5290997"/>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57189507-3DEA-50D4-08D6-673670A227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1974" y="1174396"/>
              <a:ext cx="5290997" cy="5290997"/>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3" name="Oval 52">
            <a:extLst>
              <a:ext uri="{FF2B5EF4-FFF2-40B4-BE49-F238E27FC236}">
                <a16:creationId xmlns:a16="http://schemas.microsoft.com/office/drawing/2014/main" id="{7A7DE9B2-5A36-34AF-FFFE-3232C511E0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260028" y="1615720"/>
            <a:ext cx="3462514" cy="3656462"/>
          </a:xfrm>
          <a:prstGeom prst="ellipse">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6" name="Group 355">
            <a:extLst>
              <a:ext uri="{FF2B5EF4-FFF2-40B4-BE49-F238E27FC236}">
                <a16:creationId xmlns:a16="http://schemas.microsoft.com/office/drawing/2014/main" id="{2EF013D3-C9C0-6C37-5540-8D50FB03E01C}"/>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9335653" y="2666257"/>
            <a:ext cx="1443404" cy="1443428"/>
            <a:chOff x="10154385" y="4452524"/>
            <a:chExt cx="1443404" cy="1443428"/>
          </a:xfrm>
          <a:solidFill>
            <a:schemeClr val="bg1"/>
          </a:solidFill>
        </p:grpSpPr>
        <p:grpSp>
          <p:nvGrpSpPr>
            <p:cNvPr id="357" name="Graphic 4">
              <a:extLst>
                <a:ext uri="{FF2B5EF4-FFF2-40B4-BE49-F238E27FC236}">
                  <a16:creationId xmlns:a16="http://schemas.microsoft.com/office/drawing/2014/main" id="{BCF2E3F4-203A-29C1-A58C-0D874A97361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0154385" y="4452524"/>
              <a:ext cx="1443404" cy="1443428"/>
              <a:chOff x="5734037" y="3067039"/>
              <a:chExt cx="724483" cy="724489"/>
            </a:xfrm>
            <a:grpFill/>
          </p:grpSpPr>
          <p:sp>
            <p:nvSpPr>
              <p:cNvPr id="528" name="Freeform: Shape 527">
                <a:extLst>
                  <a:ext uri="{FF2B5EF4-FFF2-40B4-BE49-F238E27FC236}">
                    <a16:creationId xmlns:a16="http://schemas.microsoft.com/office/drawing/2014/main" id="{DA9DF611-8622-C570-B5ED-BF8F57DA93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529" name="Freeform: Shape 528">
                <a:extLst>
                  <a:ext uri="{FF2B5EF4-FFF2-40B4-BE49-F238E27FC236}">
                    <a16:creationId xmlns:a16="http://schemas.microsoft.com/office/drawing/2014/main" id="{BB5683E9-420D-F823-7115-3CA5FBA4D5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530" name="Freeform: Shape 529">
                <a:extLst>
                  <a:ext uri="{FF2B5EF4-FFF2-40B4-BE49-F238E27FC236}">
                    <a16:creationId xmlns:a16="http://schemas.microsoft.com/office/drawing/2014/main" id="{BA802609-5FC5-C0C8-7580-EF2E888E57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531" name="Freeform: Shape 530">
                <a:extLst>
                  <a:ext uri="{FF2B5EF4-FFF2-40B4-BE49-F238E27FC236}">
                    <a16:creationId xmlns:a16="http://schemas.microsoft.com/office/drawing/2014/main" id="{44256853-F0EA-D89E-EB14-6FD15AFC4A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532" name="Freeform: Shape 531">
                <a:extLst>
                  <a:ext uri="{FF2B5EF4-FFF2-40B4-BE49-F238E27FC236}">
                    <a16:creationId xmlns:a16="http://schemas.microsoft.com/office/drawing/2014/main" id="{F7332D73-091D-1F5A-9DB9-7958552BB1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533" name="Freeform: Shape 532">
                <a:extLst>
                  <a:ext uri="{FF2B5EF4-FFF2-40B4-BE49-F238E27FC236}">
                    <a16:creationId xmlns:a16="http://schemas.microsoft.com/office/drawing/2014/main" id="{6538CD29-2782-7F0D-98D3-033EB4FC36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534" name="Freeform: Shape 533">
                <a:extLst>
                  <a:ext uri="{FF2B5EF4-FFF2-40B4-BE49-F238E27FC236}">
                    <a16:creationId xmlns:a16="http://schemas.microsoft.com/office/drawing/2014/main" id="{6AC6CE5F-7FEB-043C-B257-669685A873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535" name="Freeform: Shape 534">
                <a:extLst>
                  <a:ext uri="{FF2B5EF4-FFF2-40B4-BE49-F238E27FC236}">
                    <a16:creationId xmlns:a16="http://schemas.microsoft.com/office/drawing/2014/main" id="{14FAC7C3-59DC-665E-27CA-A060E0717C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536" name="Freeform: Shape 535">
                <a:extLst>
                  <a:ext uri="{FF2B5EF4-FFF2-40B4-BE49-F238E27FC236}">
                    <a16:creationId xmlns:a16="http://schemas.microsoft.com/office/drawing/2014/main" id="{25142F67-E964-A773-799E-E13DD4A270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37" name="Freeform: Shape 536">
                <a:extLst>
                  <a:ext uri="{FF2B5EF4-FFF2-40B4-BE49-F238E27FC236}">
                    <a16:creationId xmlns:a16="http://schemas.microsoft.com/office/drawing/2014/main" id="{7445C496-7376-7EB9-585D-ABE3E3F700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38" name="Freeform: Shape 537">
                <a:extLst>
                  <a:ext uri="{FF2B5EF4-FFF2-40B4-BE49-F238E27FC236}">
                    <a16:creationId xmlns:a16="http://schemas.microsoft.com/office/drawing/2014/main" id="{92A806AA-EA03-1D63-8E5A-DBA9FFD167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39" name="Freeform: Shape 538">
                <a:extLst>
                  <a:ext uri="{FF2B5EF4-FFF2-40B4-BE49-F238E27FC236}">
                    <a16:creationId xmlns:a16="http://schemas.microsoft.com/office/drawing/2014/main" id="{8A877C24-0878-9069-A767-DD2C9729A6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40" name="Freeform: Shape 539">
                <a:extLst>
                  <a:ext uri="{FF2B5EF4-FFF2-40B4-BE49-F238E27FC236}">
                    <a16:creationId xmlns:a16="http://schemas.microsoft.com/office/drawing/2014/main" id="{8A96BF90-4A08-132F-E920-0E3ED26943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541" name="Freeform: Shape 540">
                <a:extLst>
                  <a:ext uri="{FF2B5EF4-FFF2-40B4-BE49-F238E27FC236}">
                    <a16:creationId xmlns:a16="http://schemas.microsoft.com/office/drawing/2014/main" id="{1D9E1E48-2401-C453-2AA3-3DD3272A5D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42" name="Freeform: Shape 541">
                <a:extLst>
                  <a:ext uri="{FF2B5EF4-FFF2-40B4-BE49-F238E27FC236}">
                    <a16:creationId xmlns:a16="http://schemas.microsoft.com/office/drawing/2014/main" id="{CF73D8E0-4447-DE35-A39B-FAB83ECF22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43" name="Freeform: Shape 542">
                <a:extLst>
                  <a:ext uri="{FF2B5EF4-FFF2-40B4-BE49-F238E27FC236}">
                    <a16:creationId xmlns:a16="http://schemas.microsoft.com/office/drawing/2014/main" id="{514A93D7-44F1-344B-3A56-D6FA09A0D4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544" name="Freeform: Shape 543">
                <a:extLst>
                  <a:ext uri="{FF2B5EF4-FFF2-40B4-BE49-F238E27FC236}">
                    <a16:creationId xmlns:a16="http://schemas.microsoft.com/office/drawing/2014/main" id="{6DD0049B-F42F-B504-ECAA-69CE1E3064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45" name="Freeform: Shape 544">
                <a:extLst>
                  <a:ext uri="{FF2B5EF4-FFF2-40B4-BE49-F238E27FC236}">
                    <a16:creationId xmlns:a16="http://schemas.microsoft.com/office/drawing/2014/main" id="{FFAAD7CC-5D20-0524-4C14-40F7799FBF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46" name="Freeform: Shape 545">
                <a:extLst>
                  <a:ext uri="{FF2B5EF4-FFF2-40B4-BE49-F238E27FC236}">
                    <a16:creationId xmlns:a16="http://schemas.microsoft.com/office/drawing/2014/main" id="{EEA9503D-F5EB-3083-4754-21D97D8F4D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47" name="Freeform: Shape 546">
                <a:extLst>
                  <a:ext uri="{FF2B5EF4-FFF2-40B4-BE49-F238E27FC236}">
                    <a16:creationId xmlns:a16="http://schemas.microsoft.com/office/drawing/2014/main" id="{7393D51D-C267-9A3E-A037-47B63516DB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548" name="Freeform: Shape 547">
                <a:extLst>
                  <a:ext uri="{FF2B5EF4-FFF2-40B4-BE49-F238E27FC236}">
                    <a16:creationId xmlns:a16="http://schemas.microsoft.com/office/drawing/2014/main" id="{3D38C85C-B3CC-4D55-FFBC-78B992F6F2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49" name="Freeform: Shape 548">
                <a:extLst>
                  <a:ext uri="{FF2B5EF4-FFF2-40B4-BE49-F238E27FC236}">
                    <a16:creationId xmlns:a16="http://schemas.microsoft.com/office/drawing/2014/main" id="{3746EBCE-39C0-8B6C-849E-58135E0F84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50" name="Freeform: Shape 549">
                <a:extLst>
                  <a:ext uri="{FF2B5EF4-FFF2-40B4-BE49-F238E27FC236}">
                    <a16:creationId xmlns:a16="http://schemas.microsoft.com/office/drawing/2014/main" id="{FF8E5908-7268-54C8-37CA-22B4369999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51" name="Freeform: Shape 550">
                <a:extLst>
                  <a:ext uri="{FF2B5EF4-FFF2-40B4-BE49-F238E27FC236}">
                    <a16:creationId xmlns:a16="http://schemas.microsoft.com/office/drawing/2014/main" id="{6881DE96-0E27-048B-4C51-430F7EEDB7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52" name="Freeform: Shape 551">
                <a:extLst>
                  <a:ext uri="{FF2B5EF4-FFF2-40B4-BE49-F238E27FC236}">
                    <a16:creationId xmlns:a16="http://schemas.microsoft.com/office/drawing/2014/main" id="{C713478B-978D-18BC-1510-AD2D00BDC3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53" name="Freeform: Shape 552">
                <a:extLst>
                  <a:ext uri="{FF2B5EF4-FFF2-40B4-BE49-F238E27FC236}">
                    <a16:creationId xmlns:a16="http://schemas.microsoft.com/office/drawing/2014/main" id="{27F079BF-6A3E-9367-2468-8214E6CA1D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54" name="Freeform: Shape 553">
                <a:extLst>
                  <a:ext uri="{FF2B5EF4-FFF2-40B4-BE49-F238E27FC236}">
                    <a16:creationId xmlns:a16="http://schemas.microsoft.com/office/drawing/2014/main" id="{F5EBFD4D-368E-5D68-C698-C4041F872A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55" name="Freeform: Shape 554">
                <a:extLst>
                  <a:ext uri="{FF2B5EF4-FFF2-40B4-BE49-F238E27FC236}">
                    <a16:creationId xmlns:a16="http://schemas.microsoft.com/office/drawing/2014/main" id="{1C3A2344-C692-D4B4-1893-593314590D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56" name="Freeform: Shape 555">
                <a:extLst>
                  <a:ext uri="{FF2B5EF4-FFF2-40B4-BE49-F238E27FC236}">
                    <a16:creationId xmlns:a16="http://schemas.microsoft.com/office/drawing/2014/main" id="{C60377C5-CDC7-8F9C-D6F8-08C53E0329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57" name="Freeform: Shape 556">
                <a:extLst>
                  <a:ext uri="{FF2B5EF4-FFF2-40B4-BE49-F238E27FC236}">
                    <a16:creationId xmlns:a16="http://schemas.microsoft.com/office/drawing/2014/main" id="{96D669C3-0184-2D1F-BB09-3A0D603FE0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58" name="Freeform: Shape 557">
                <a:extLst>
                  <a:ext uri="{FF2B5EF4-FFF2-40B4-BE49-F238E27FC236}">
                    <a16:creationId xmlns:a16="http://schemas.microsoft.com/office/drawing/2014/main" id="{272DB401-565F-5586-916A-8AD80FBC22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59" name="Freeform: Shape 558">
                <a:extLst>
                  <a:ext uri="{FF2B5EF4-FFF2-40B4-BE49-F238E27FC236}">
                    <a16:creationId xmlns:a16="http://schemas.microsoft.com/office/drawing/2014/main" id="{ECAB27FB-048F-1965-E5E3-0446D732C5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0" name="Freeform: Shape 559">
                <a:extLst>
                  <a:ext uri="{FF2B5EF4-FFF2-40B4-BE49-F238E27FC236}">
                    <a16:creationId xmlns:a16="http://schemas.microsoft.com/office/drawing/2014/main" id="{5FDAB47D-8A23-7BB0-FB1D-0D6C129659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1" name="Freeform: Shape 560">
                <a:extLst>
                  <a:ext uri="{FF2B5EF4-FFF2-40B4-BE49-F238E27FC236}">
                    <a16:creationId xmlns:a16="http://schemas.microsoft.com/office/drawing/2014/main" id="{D6580FBC-16BB-B7B7-403F-7AE6CE1814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2" name="Freeform: Shape 561">
                <a:extLst>
                  <a:ext uri="{FF2B5EF4-FFF2-40B4-BE49-F238E27FC236}">
                    <a16:creationId xmlns:a16="http://schemas.microsoft.com/office/drawing/2014/main" id="{692CB436-C707-BEE4-AF6C-41E2435588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3" name="Freeform: Shape 562">
                <a:extLst>
                  <a:ext uri="{FF2B5EF4-FFF2-40B4-BE49-F238E27FC236}">
                    <a16:creationId xmlns:a16="http://schemas.microsoft.com/office/drawing/2014/main" id="{36758103-A77F-0B4D-0661-811AAB87D4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64" name="Freeform: Shape 563">
                <a:extLst>
                  <a:ext uri="{FF2B5EF4-FFF2-40B4-BE49-F238E27FC236}">
                    <a16:creationId xmlns:a16="http://schemas.microsoft.com/office/drawing/2014/main" id="{5ACD2D02-B68E-401B-3E6B-2A77A7D0A6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65" name="Freeform: Shape 564">
                <a:extLst>
                  <a:ext uri="{FF2B5EF4-FFF2-40B4-BE49-F238E27FC236}">
                    <a16:creationId xmlns:a16="http://schemas.microsoft.com/office/drawing/2014/main" id="{EBAFDA07-5CF7-1E2A-EB31-3B16749386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66" name="Freeform: Shape 565">
                <a:extLst>
                  <a:ext uri="{FF2B5EF4-FFF2-40B4-BE49-F238E27FC236}">
                    <a16:creationId xmlns:a16="http://schemas.microsoft.com/office/drawing/2014/main" id="{BEB90857-490F-902E-FA2A-3270E5D098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67" name="Freeform: Shape 566">
                <a:extLst>
                  <a:ext uri="{FF2B5EF4-FFF2-40B4-BE49-F238E27FC236}">
                    <a16:creationId xmlns:a16="http://schemas.microsoft.com/office/drawing/2014/main" id="{33316B0B-8263-35C4-2825-719FC52D96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68" name="Freeform: Shape 567">
                <a:extLst>
                  <a:ext uri="{FF2B5EF4-FFF2-40B4-BE49-F238E27FC236}">
                    <a16:creationId xmlns:a16="http://schemas.microsoft.com/office/drawing/2014/main" id="{1E788EEA-3EE9-47C6-602E-B4882A05BB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9" name="Freeform: Shape 568">
                <a:extLst>
                  <a:ext uri="{FF2B5EF4-FFF2-40B4-BE49-F238E27FC236}">
                    <a16:creationId xmlns:a16="http://schemas.microsoft.com/office/drawing/2014/main" id="{D9C91125-CB67-0FA8-5650-A718AD58A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70" name="Freeform: Shape 569">
                <a:extLst>
                  <a:ext uri="{FF2B5EF4-FFF2-40B4-BE49-F238E27FC236}">
                    <a16:creationId xmlns:a16="http://schemas.microsoft.com/office/drawing/2014/main" id="{B2284C8A-EFF0-86A8-EA38-CEE4315974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71" name="Freeform: Shape 570">
                <a:extLst>
                  <a:ext uri="{FF2B5EF4-FFF2-40B4-BE49-F238E27FC236}">
                    <a16:creationId xmlns:a16="http://schemas.microsoft.com/office/drawing/2014/main" id="{A0C4FCAC-72E0-21E4-4ADE-89B6F8EB8A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72" name="Freeform: Shape 571">
                <a:extLst>
                  <a:ext uri="{FF2B5EF4-FFF2-40B4-BE49-F238E27FC236}">
                    <a16:creationId xmlns:a16="http://schemas.microsoft.com/office/drawing/2014/main" id="{2696AA99-DC4D-C60C-EEFC-76B955B784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73" name="Freeform: Shape 572">
                <a:extLst>
                  <a:ext uri="{FF2B5EF4-FFF2-40B4-BE49-F238E27FC236}">
                    <a16:creationId xmlns:a16="http://schemas.microsoft.com/office/drawing/2014/main" id="{8E0C85C7-D8B5-D713-9FB6-7E81E1807A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74" name="Freeform: Shape 573">
                <a:extLst>
                  <a:ext uri="{FF2B5EF4-FFF2-40B4-BE49-F238E27FC236}">
                    <a16:creationId xmlns:a16="http://schemas.microsoft.com/office/drawing/2014/main" id="{F2D96CB5-E727-DC2C-501E-B30548BFE5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75" name="Freeform: Shape 574">
                <a:extLst>
                  <a:ext uri="{FF2B5EF4-FFF2-40B4-BE49-F238E27FC236}">
                    <a16:creationId xmlns:a16="http://schemas.microsoft.com/office/drawing/2014/main" id="{DE79E1CE-7025-D52B-35DA-501357F90F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76" name="Freeform: Shape 575">
                <a:extLst>
                  <a:ext uri="{FF2B5EF4-FFF2-40B4-BE49-F238E27FC236}">
                    <a16:creationId xmlns:a16="http://schemas.microsoft.com/office/drawing/2014/main" id="{9620F791-DD06-1773-F9DD-1F063BA253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77" name="Freeform: Shape 576">
                <a:extLst>
                  <a:ext uri="{FF2B5EF4-FFF2-40B4-BE49-F238E27FC236}">
                    <a16:creationId xmlns:a16="http://schemas.microsoft.com/office/drawing/2014/main" id="{4ABAF6A8-AD53-3769-7FA9-F1F72E29FA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578" name="Freeform: Shape 577">
                <a:extLst>
                  <a:ext uri="{FF2B5EF4-FFF2-40B4-BE49-F238E27FC236}">
                    <a16:creationId xmlns:a16="http://schemas.microsoft.com/office/drawing/2014/main" id="{0528EF15-14A2-5A74-E976-E4D84A4831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579" name="Freeform: Shape 578">
                <a:extLst>
                  <a:ext uri="{FF2B5EF4-FFF2-40B4-BE49-F238E27FC236}">
                    <a16:creationId xmlns:a16="http://schemas.microsoft.com/office/drawing/2014/main" id="{7D3255D9-B6D5-789A-600A-958EE8816E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580" name="Freeform: Shape 579">
                <a:extLst>
                  <a:ext uri="{FF2B5EF4-FFF2-40B4-BE49-F238E27FC236}">
                    <a16:creationId xmlns:a16="http://schemas.microsoft.com/office/drawing/2014/main" id="{180DE1D1-21EA-2CF2-C2DA-EC2495C1A9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581" name="Freeform: Shape 580">
                <a:extLst>
                  <a:ext uri="{FF2B5EF4-FFF2-40B4-BE49-F238E27FC236}">
                    <a16:creationId xmlns:a16="http://schemas.microsoft.com/office/drawing/2014/main" id="{665F5971-F8DE-CC89-EC59-85A133F4C9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582" name="Freeform: Shape 581">
                <a:extLst>
                  <a:ext uri="{FF2B5EF4-FFF2-40B4-BE49-F238E27FC236}">
                    <a16:creationId xmlns:a16="http://schemas.microsoft.com/office/drawing/2014/main" id="{316FE2E7-B2E8-5B06-8666-E536357EC8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583" name="Freeform: Shape 582">
                <a:extLst>
                  <a:ext uri="{FF2B5EF4-FFF2-40B4-BE49-F238E27FC236}">
                    <a16:creationId xmlns:a16="http://schemas.microsoft.com/office/drawing/2014/main" id="{0CFD8A80-FECC-BBF2-9A0D-E00D2CEF51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84" name="Freeform: Shape 583">
                <a:extLst>
                  <a:ext uri="{FF2B5EF4-FFF2-40B4-BE49-F238E27FC236}">
                    <a16:creationId xmlns:a16="http://schemas.microsoft.com/office/drawing/2014/main" id="{AAF4E0A3-E68A-005D-F175-DA5706CF4C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85" name="Freeform: Shape 584">
                <a:extLst>
                  <a:ext uri="{FF2B5EF4-FFF2-40B4-BE49-F238E27FC236}">
                    <a16:creationId xmlns:a16="http://schemas.microsoft.com/office/drawing/2014/main" id="{5CD1D0A7-DBE3-511D-7A8F-B82FB36DD1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586" name="Freeform: Shape 585">
                <a:extLst>
                  <a:ext uri="{FF2B5EF4-FFF2-40B4-BE49-F238E27FC236}">
                    <a16:creationId xmlns:a16="http://schemas.microsoft.com/office/drawing/2014/main" id="{69D2319C-907B-F5AB-9AB6-4FD93DE6D1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87" name="Freeform: Shape 586">
                <a:extLst>
                  <a:ext uri="{FF2B5EF4-FFF2-40B4-BE49-F238E27FC236}">
                    <a16:creationId xmlns:a16="http://schemas.microsoft.com/office/drawing/2014/main" id="{77510C79-6727-75D8-32D8-F3E67AB1A5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588" name="Freeform: Shape 587">
                <a:extLst>
                  <a:ext uri="{FF2B5EF4-FFF2-40B4-BE49-F238E27FC236}">
                    <a16:creationId xmlns:a16="http://schemas.microsoft.com/office/drawing/2014/main" id="{B7ABDE79-7AD2-4CBB-2A6C-0C0CB1ECCB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589" name="Freeform: Shape 588">
                <a:extLst>
                  <a:ext uri="{FF2B5EF4-FFF2-40B4-BE49-F238E27FC236}">
                    <a16:creationId xmlns:a16="http://schemas.microsoft.com/office/drawing/2014/main" id="{4AA2FE14-638F-AFAE-6E9E-81751E7FA9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90" name="Freeform: Shape 589">
                <a:extLst>
                  <a:ext uri="{FF2B5EF4-FFF2-40B4-BE49-F238E27FC236}">
                    <a16:creationId xmlns:a16="http://schemas.microsoft.com/office/drawing/2014/main" id="{E44D8C6C-2922-0B27-239F-96E1F5752E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91" name="Freeform: Shape 590">
                <a:extLst>
                  <a:ext uri="{FF2B5EF4-FFF2-40B4-BE49-F238E27FC236}">
                    <a16:creationId xmlns:a16="http://schemas.microsoft.com/office/drawing/2014/main" id="{BB178269-6E7D-33F5-EDD2-5F699FE400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592" name="Freeform: Shape 591">
                <a:extLst>
                  <a:ext uri="{FF2B5EF4-FFF2-40B4-BE49-F238E27FC236}">
                    <a16:creationId xmlns:a16="http://schemas.microsoft.com/office/drawing/2014/main" id="{2AC95CD1-8A42-DDBA-916B-D7E9366363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93" name="Freeform: Shape 592">
                <a:extLst>
                  <a:ext uri="{FF2B5EF4-FFF2-40B4-BE49-F238E27FC236}">
                    <a16:creationId xmlns:a16="http://schemas.microsoft.com/office/drawing/2014/main" id="{6174CC1C-76E9-D55B-2644-710637751F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594" name="Freeform: Shape 593">
                <a:extLst>
                  <a:ext uri="{FF2B5EF4-FFF2-40B4-BE49-F238E27FC236}">
                    <a16:creationId xmlns:a16="http://schemas.microsoft.com/office/drawing/2014/main" id="{24B56E76-C599-FDF6-4C88-31BEAE00DF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595" name="Freeform: Shape 594">
                <a:extLst>
                  <a:ext uri="{FF2B5EF4-FFF2-40B4-BE49-F238E27FC236}">
                    <a16:creationId xmlns:a16="http://schemas.microsoft.com/office/drawing/2014/main" id="{AB782E89-9633-E673-6E29-FAE653F21E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96" name="Freeform: Shape 595">
                <a:extLst>
                  <a:ext uri="{FF2B5EF4-FFF2-40B4-BE49-F238E27FC236}">
                    <a16:creationId xmlns:a16="http://schemas.microsoft.com/office/drawing/2014/main" id="{0CEB550F-D75D-1579-9C66-1E98396D16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97" name="Freeform: Shape 596">
                <a:extLst>
                  <a:ext uri="{FF2B5EF4-FFF2-40B4-BE49-F238E27FC236}">
                    <a16:creationId xmlns:a16="http://schemas.microsoft.com/office/drawing/2014/main" id="{81A305AD-4C68-619F-CCEE-B888C3CAE3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598" name="Freeform: Shape 597">
                <a:extLst>
                  <a:ext uri="{FF2B5EF4-FFF2-40B4-BE49-F238E27FC236}">
                    <a16:creationId xmlns:a16="http://schemas.microsoft.com/office/drawing/2014/main" id="{D2121644-3130-9EE5-C0A2-A86A3F5A9E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99" name="Freeform: Shape 598">
                <a:extLst>
                  <a:ext uri="{FF2B5EF4-FFF2-40B4-BE49-F238E27FC236}">
                    <a16:creationId xmlns:a16="http://schemas.microsoft.com/office/drawing/2014/main" id="{A7F41866-4D3C-F2D4-4756-48F1EC5F77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600" name="Freeform: Shape 599">
                <a:extLst>
                  <a:ext uri="{FF2B5EF4-FFF2-40B4-BE49-F238E27FC236}">
                    <a16:creationId xmlns:a16="http://schemas.microsoft.com/office/drawing/2014/main" id="{45F954C5-C1A8-B08F-9B4E-F1D53EFF53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01" name="Freeform: Shape 600">
                <a:extLst>
                  <a:ext uri="{FF2B5EF4-FFF2-40B4-BE49-F238E27FC236}">
                    <a16:creationId xmlns:a16="http://schemas.microsoft.com/office/drawing/2014/main" id="{5BA09CCA-D60D-058C-97A9-A644561B2F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02" name="Freeform: Shape 601">
                <a:extLst>
                  <a:ext uri="{FF2B5EF4-FFF2-40B4-BE49-F238E27FC236}">
                    <a16:creationId xmlns:a16="http://schemas.microsoft.com/office/drawing/2014/main" id="{D85DCF0C-BE3A-C0BB-B274-5D9CBA167D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03" name="Freeform: Shape 602">
                <a:extLst>
                  <a:ext uri="{FF2B5EF4-FFF2-40B4-BE49-F238E27FC236}">
                    <a16:creationId xmlns:a16="http://schemas.microsoft.com/office/drawing/2014/main" id="{66310B81-E0E4-8AD7-EC8D-7748511344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604" name="Freeform: Shape 603">
                <a:extLst>
                  <a:ext uri="{FF2B5EF4-FFF2-40B4-BE49-F238E27FC236}">
                    <a16:creationId xmlns:a16="http://schemas.microsoft.com/office/drawing/2014/main" id="{F56BD37B-EEBA-A573-4F4C-C2EDD53C09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05" name="Freeform: Shape 604">
                <a:extLst>
                  <a:ext uri="{FF2B5EF4-FFF2-40B4-BE49-F238E27FC236}">
                    <a16:creationId xmlns:a16="http://schemas.microsoft.com/office/drawing/2014/main" id="{F8665D5C-94D8-B7D8-A4CB-255ABD8CDD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606" name="Freeform: Shape 605">
                <a:extLst>
                  <a:ext uri="{FF2B5EF4-FFF2-40B4-BE49-F238E27FC236}">
                    <a16:creationId xmlns:a16="http://schemas.microsoft.com/office/drawing/2014/main" id="{BE90BAA8-44F8-C9D1-5EB0-895E3959AA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07" name="Freeform: Shape 606">
                <a:extLst>
                  <a:ext uri="{FF2B5EF4-FFF2-40B4-BE49-F238E27FC236}">
                    <a16:creationId xmlns:a16="http://schemas.microsoft.com/office/drawing/2014/main" id="{CF70C72D-AAFF-04C0-5692-7755B90C6E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08" name="Freeform: Shape 607">
                <a:extLst>
                  <a:ext uri="{FF2B5EF4-FFF2-40B4-BE49-F238E27FC236}">
                    <a16:creationId xmlns:a16="http://schemas.microsoft.com/office/drawing/2014/main" id="{59F699A8-DB4A-32DA-64B0-CA62891924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09" name="Freeform: Shape 608">
                <a:extLst>
                  <a:ext uri="{FF2B5EF4-FFF2-40B4-BE49-F238E27FC236}">
                    <a16:creationId xmlns:a16="http://schemas.microsoft.com/office/drawing/2014/main" id="{4A234C92-7688-0D33-1C4F-0EBA15AF9B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610" name="Freeform: Shape 609">
                <a:extLst>
                  <a:ext uri="{FF2B5EF4-FFF2-40B4-BE49-F238E27FC236}">
                    <a16:creationId xmlns:a16="http://schemas.microsoft.com/office/drawing/2014/main" id="{9ED6497C-8808-15FC-B23B-8BF2258FF4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11" name="Freeform: Shape 610">
                <a:extLst>
                  <a:ext uri="{FF2B5EF4-FFF2-40B4-BE49-F238E27FC236}">
                    <a16:creationId xmlns:a16="http://schemas.microsoft.com/office/drawing/2014/main" id="{4A254DC2-9002-2854-18A3-9BC47C9F49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612" name="Freeform: Shape 611">
                <a:extLst>
                  <a:ext uri="{FF2B5EF4-FFF2-40B4-BE49-F238E27FC236}">
                    <a16:creationId xmlns:a16="http://schemas.microsoft.com/office/drawing/2014/main" id="{5032F90A-BC21-78F9-A51E-8404A8FDC5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13" name="Freeform: Shape 612">
                <a:extLst>
                  <a:ext uri="{FF2B5EF4-FFF2-40B4-BE49-F238E27FC236}">
                    <a16:creationId xmlns:a16="http://schemas.microsoft.com/office/drawing/2014/main" id="{763FF204-70BF-0B12-E830-D1A88EA8AB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14" name="Freeform: Shape 613">
                <a:extLst>
                  <a:ext uri="{FF2B5EF4-FFF2-40B4-BE49-F238E27FC236}">
                    <a16:creationId xmlns:a16="http://schemas.microsoft.com/office/drawing/2014/main" id="{463C9DDB-6C5F-D64F-6CAE-C2D420E05F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15" name="Freeform: Shape 614">
                <a:extLst>
                  <a:ext uri="{FF2B5EF4-FFF2-40B4-BE49-F238E27FC236}">
                    <a16:creationId xmlns:a16="http://schemas.microsoft.com/office/drawing/2014/main" id="{F17850C9-0D39-7048-6D13-3AA59928C5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616" name="Freeform: Shape 615">
                <a:extLst>
                  <a:ext uri="{FF2B5EF4-FFF2-40B4-BE49-F238E27FC236}">
                    <a16:creationId xmlns:a16="http://schemas.microsoft.com/office/drawing/2014/main" id="{E988AFC8-F271-B134-FAD2-F7F6BEBA66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17" name="Freeform: Shape 616">
                <a:extLst>
                  <a:ext uri="{FF2B5EF4-FFF2-40B4-BE49-F238E27FC236}">
                    <a16:creationId xmlns:a16="http://schemas.microsoft.com/office/drawing/2014/main" id="{5475F19B-0769-2A07-8A0E-633AAF4C11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618" name="Freeform: Shape 617">
                <a:extLst>
                  <a:ext uri="{FF2B5EF4-FFF2-40B4-BE49-F238E27FC236}">
                    <a16:creationId xmlns:a16="http://schemas.microsoft.com/office/drawing/2014/main" id="{6F1B1BE3-373B-FFC6-9D04-0C0A35FC08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19" name="Freeform: Shape 618">
                <a:extLst>
                  <a:ext uri="{FF2B5EF4-FFF2-40B4-BE49-F238E27FC236}">
                    <a16:creationId xmlns:a16="http://schemas.microsoft.com/office/drawing/2014/main" id="{B16F9084-B57E-1D1F-4E90-9FCB88A420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620" name="Freeform: Shape 619">
                <a:extLst>
                  <a:ext uri="{FF2B5EF4-FFF2-40B4-BE49-F238E27FC236}">
                    <a16:creationId xmlns:a16="http://schemas.microsoft.com/office/drawing/2014/main" id="{48F1776B-CE48-BF2D-188A-310AB2B98C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621" name="Freeform: Shape 620">
                <a:extLst>
                  <a:ext uri="{FF2B5EF4-FFF2-40B4-BE49-F238E27FC236}">
                    <a16:creationId xmlns:a16="http://schemas.microsoft.com/office/drawing/2014/main" id="{D98102C7-0D26-3985-58FD-DA38931A2E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622" name="Freeform: Shape 621">
                <a:extLst>
                  <a:ext uri="{FF2B5EF4-FFF2-40B4-BE49-F238E27FC236}">
                    <a16:creationId xmlns:a16="http://schemas.microsoft.com/office/drawing/2014/main" id="{F5240DD2-0361-39C2-4EFE-DD24DF564E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623" name="Freeform: Shape 622">
                <a:extLst>
                  <a:ext uri="{FF2B5EF4-FFF2-40B4-BE49-F238E27FC236}">
                    <a16:creationId xmlns:a16="http://schemas.microsoft.com/office/drawing/2014/main" id="{A2F9ACDF-764A-3890-60A0-17364ED1E7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624" name="Freeform: Shape 623">
                <a:extLst>
                  <a:ext uri="{FF2B5EF4-FFF2-40B4-BE49-F238E27FC236}">
                    <a16:creationId xmlns:a16="http://schemas.microsoft.com/office/drawing/2014/main" id="{A5D57DF9-0134-5C0E-136F-4B29722312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625" name="Freeform: Shape 624">
                <a:extLst>
                  <a:ext uri="{FF2B5EF4-FFF2-40B4-BE49-F238E27FC236}">
                    <a16:creationId xmlns:a16="http://schemas.microsoft.com/office/drawing/2014/main" id="{DB11D2AA-8D31-528E-007E-3E4ACB2C8B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626" name="Freeform: Shape 625">
                <a:extLst>
                  <a:ext uri="{FF2B5EF4-FFF2-40B4-BE49-F238E27FC236}">
                    <a16:creationId xmlns:a16="http://schemas.microsoft.com/office/drawing/2014/main" id="{66C6D6F1-5F41-ABE4-FC0E-DB53EFF5F0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27" name="Freeform: Shape 626">
                <a:extLst>
                  <a:ext uri="{FF2B5EF4-FFF2-40B4-BE49-F238E27FC236}">
                    <a16:creationId xmlns:a16="http://schemas.microsoft.com/office/drawing/2014/main" id="{6A8FEAE5-392A-12E5-8182-971092FF5E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628" name="Freeform: Shape 627">
                <a:extLst>
                  <a:ext uri="{FF2B5EF4-FFF2-40B4-BE49-F238E27FC236}">
                    <a16:creationId xmlns:a16="http://schemas.microsoft.com/office/drawing/2014/main" id="{EDAD952D-BECF-2F8A-C8CE-B218BB03E6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29" name="Freeform: Shape 628">
                <a:extLst>
                  <a:ext uri="{FF2B5EF4-FFF2-40B4-BE49-F238E27FC236}">
                    <a16:creationId xmlns:a16="http://schemas.microsoft.com/office/drawing/2014/main" id="{77294438-371D-9D6D-AAF5-AC0B0BBE75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30" name="Freeform: Shape 629">
                <a:extLst>
                  <a:ext uri="{FF2B5EF4-FFF2-40B4-BE49-F238E27FC236}">
                    <a16:creationId xmlns:a16="http://schemas.microsoft.com/office/drawing/2014/main" id="{32B25856-CA69-8F21-1FBA-B392B52BCB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31" name="Freeform: Shape 630">
                <a:extLst>
                  <a:ext uri="{FF2B5EF4-FFF2-40B4-BE49-F238E27FC236}">
                    <a16:creationId xmlns:a16="http://schemas.microsoft.com/office/drawing/2014/main" id="{071C34D0-FB02-B46D-F52F-6809C01E3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632" name="Freeform: Shape 631">
                <a:extLst>
                  <a:ext uri="{FF2B5EF4-FFF2-40B4-BE49-F238E27FC236}">
                    <a16:creationId xmlns:a16="http://schemas.microsoft.com/office/drawing/2014/main" id="{3DE24B88-4174-94AD-C093-03832D9ADB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33" name="Freeform: Shape 632">
                <a:extLst>
                  <a:ext uri="{FF2B5EF4-FFF2-40B4-BE49-F238E27FC236}">
                    <a16:creationId xmlns:a16="http://schemas.microsoft.com/office/drawing/2014/main" id="{5B9EA583-F02E-E722-CB62-BB11890AEA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34" name="Freeform: Shape 633">
                <a:extLst>
                  <a:ext uri="{FF2B5EF4-FFF2-40B4-BE49-F238E27FC236}">
                    <a16:creationId xmlns:a16="http://schemas.microsoft.com/office/drawing/2014/main" id="{7274D398-EC11-5DFA-C8A8-74930BC41A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35" name="Freeform: Shape 634">
                <a:extLst>
                  <a:ext uri="{FF2B5EF4-FFF2-40B4-BE49-F238E27FC236}">
                    <a16:creationId xmlns:a16="http://schemas.microsoft.com/office/drawing/2014/main" id="{B5B05E45-47D8-C6B4-2878-931EE679FB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36" name="Freeform: Shape 635">
                <a:extLst>
                  <a:ext uri="{FF2B5EF4-FFF2-40B4-BE49-F238E27FC236}">
                    <a16:creationId xmlns:a16="http://schemas.microsoft.com/office/drawing/2014/main" id="{34273D22-3395-AB32-029F-152E2A62DC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37" name="Freeform: Shape 636">
                <a:extLst>
                  <a:ext uri="{FF2B5EF4-FFF2-40B4-BE49-F238E27FC236}">
                    <a16:creationId xmlns:a16="http://schemas.microsoft.com/office/drawing/2014/main" id="{AEDB5BCB-3E81-3322-D2E5-A44B51BAD8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38" name="Freeform: Shape 637">
                <a:extLst>
                  <a:ext uri="{FF2B5EF4-FFF2-40B4-BE49-F238E27FC236}">
                    <a16:creationId xmlns:a16="http://schemas.microsoft.com/office/drawing/2014/main" id="{014CBE4E-49D7-36F3-ED7F-A6856DCC56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39" name="Freeform: Shape 638">
                <a:extLst>
                  <a:ext uri="{FF2B5EF4-FFF2-40B4-BE49-F238E27FC236}">
                    <a16:creationId xmlns:a16="http://schemas.microsoft.com/office/drawing/2014/main" id="{6572E4F3-92DB-4E28-4318-B621166A67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40" name="Freeform: Shape 639">
                <a:extLst>
                  <a:ext uri="{FF2B5EF4-FFF2-40B4-BE49-F238E27FC236}">
                    <a16:creationId xmlns:a16="http://schemas.microsoft.com/office/drawing/2014/main" id="{88B35EB9-AE04-EF86-DE65-A2FFAB735F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41" name="Freeform: Shape 640">
                <a:extLst>
                  <a:ext uri="{FF2B5EF4-FFF2-40B4-BE49-F238E27FC236}">
                    <a16:creationId xmlns:a16="http://schemas.microsoft.com/office/drawing/2014/main" id="{8EEA8794-7A88-74F2-4B8F-7B5D10321A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42" name="Freeform: Shape 641">
                <a:extLst>
                  <a:ext uri="{FF2B5EF4-FFF2-40B4-BE49-F238E27FC236}">
                    <a16:creationId xmlns:a16="http://schemas.microsoft.com/office/drawing/2014/main" id="{41BD622B-22DA-40BF-77EA-71F4EDF16C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43" name="Freeform: Shape 642">
                <a:extLst>
                  <a:ext uri="{FF2B5EF4-FFF2-40B4-BE49-F238E27FC236}">
                    <a16:creationId xmlns:a16="http://schemas.microsoft.com/office/drawing/2014/main" id="{91D3565B-A921-3B7D-962A-4009CBAE69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44" name="Freeform: Shape 643">
                <a:extLst>
                  <a:ext uri="{FF2B5EF4-FFF2-40B4-BE49-F238E27FC236}">
                    <a16:creationId xmlns:a16="http://schemas.microsoft.com/office/drawing/2014/main" id="{D274B17A-920C-0014-0E8D-E8579DD167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45" name="Freeform: Shape 644">
                <a:extLst>
                  <a:ext uri="{FF2B5EF4-FFF2-40B4-BE49-F238E27FC236}">
                    <a16:creationId xmlns:a16="http://schemas.microsoft.com/office/drawing/2014/main" id="{3CBEC6E4-E2FA-84BE-1C07-E0D8B85FE6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46" name="Freeform: Shape 645">
                <a:extLst>
                  <a:ext uri="{FF2B5EF4-FFF2-40B4-BE49-F238E27FC236}">
                    <a16:creationId xmlns:a16="http://schemas.microsoft.com/office/drawing/2014/main" id="{26F7C3A0-6416-3DFA-9A55-409DFE166D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47" name="Freeform: Shape 646">
                <a:extLst>
                  <a:ext uri="{FF2B5EF4-FFF2-40B4-BE49-F238E27FC236}">
                    <a16:creationId xmlns:a16="http://schemas.microsoft.com/office/drawing/2014/main" id="{E5718B32-646A-DC36-1692-6BEADAE570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48" name="Freeform: Shape 647">
                <a:extLst>
                  <a:ext uri="{FF2B5EF4-FFF2-40B4-BE49-F238E27FC236}">
                    <a16:creationId xmlns:a16="http://schemas.microsoft.com/office/drawing/2014/main" id="{0A078DEC-87E0-8E96-F19C-53B134D85C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49" name="Freeform: Shape 648">
                <a:extLst>
                  <a:ext uri="{FF2B5EF4-FFF2-40B4-BE49-F238E27FC236}">
                    <a16:creationId xmlns:a16="http://schemas.microsoft.com/office/drawing/2014/main" id="{CE63E8CB-9325-F2D8-191D-D62684AC22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50" name="Freeform: Shape 649">
                <a:extLst>
                  <a:ext uri="{FF2B5EF4-FFF2-40B4-BE49-F238E27FC236}">
                    <a16:creationId xmlns:a16="http://schemas.microsoft.com/office/drawing/2014/main" id="{CDB4D331-679F-9A64-637B-470E4028FB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51" name="Freeform: Shape 650">
                <a:extLst>
                  <a:ext uri="{FF2B5EF4-FFF2-40B4-BE49-F238E27FC236}">
                    <a16:creationId xmlns:a16="http://schemas.microsoft.com/office/drawing/2014/main" id="{40DE85FB-9327-9FDC-14AE-C17B994EE2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52" name="Freeform: Shape 651">
                <a:extLst>
                  <a:ext uri="{FF2B5EF4-FFF2-40B4-BE49-F238E27FC236}">
                    <a16:creationId xmlns:a16="http://schemas.microsoft.com/office/drawing/2014/main" id="{FD59A1F6-7525-F378-5439-BAF22C1C57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53" name="Freeform: Shape 652">
                <a:extLst>
                  <a:ext uri="{FF2B5EF4-FFF2-40B4-BE49-F238E27FC236}">
                    <a16:creationId xmlns:a16="http://schemas.microsoft.com/office/drawing/2014/main" id="{94FB3999-AAE1-79D0-FD15-F2A22C90B5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54" name="Freeform: Shape 653">
                <a:extLst>
                  <a:ext uri="{FF2B5EF4-FFF2-40B4-BE49-F238E27FC236}">
                    <a16:creationId xmlns:a16="http://schemas.microsoft.com/office/drawing/2014/main" id="{7EF7A16D-E709-DCD2-6407-EB405E2308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55" name="Freeform: Shape 654">
                <a:extLst>
                  <a:ext uri="{FF2B5EF4-FFF2-40B4-BE49-F238E27FC236}">
                    <a16:creationId xmlns:a16="http://schemas.microsoft.com/office/drawing/2014/main" id="{9B9954D4-591A-BF33-D4D1-2CEDF4EEAF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656" name="Freeform: Shape 655">
                <a:extLst>
                  <a:ext uri="{FF2B5EF4-FFF2-40B4-BE49-F238E27FC236}">
                    <a16:creationId xmlns:a16="http://schemas.microsoft.com/office/drawing/2014/main" id="{56FFE623-0940-309E-33AE-40A194ACEB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57" name="Freeform: Shape 656">
                <a:extLst>
                  <a:ext uri="{FF2B5EF4-FFF2-40B4-BE49-F238E27FC236}">
                    <a16:creationId xmlns:a16="http://schemas.microsoft.com/office/drawing/2014/main" id="{5127B933-21D3-C4FB-42E4-14E4935BE6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58" name="Freeform: Shape 657">
                <a:extLst>
                  <a:ext uri="{FF2B5EF4-FFF2-40B4-BE49-F238E27FC236}">
                    <a16:creationId xmlns:a16="http://schemas.microsoft.com/office/drawing/2014/main" id="{071FA586-01DF-A006-41E1-1001C96D69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59" name="Freeform: Shape 658">
                <a:extLst>
                  <a:ext uri="{FF2B5EF4-FFF2-40B4-BE49-F238E27FC236}">
                    <a16:creationId xmlns:a16="http://schemas.microsoft.com/office/drawing/2014/main" id="{650AD6E5-A9FC-5E24-33C7-181138430F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660" name="Freeform: Shape 659">
                <a:extLst>
                  <a:ext uri="{FF2B5EF4-FFF2-40B4-BE49-F238E27FC236}">
                    <a16:creationId xmlns:a16="http://schemas.microsoft.com/office/drawing/2014/main" id="{92B32F4A-9A96-CD75-706D-B3D69CB336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61" name="Freeform: Shape 660">
                <a:extLst>
                  <a:ext uri="{FF2B5EF4-FFF2-40B4-BE49-F238E27FC236}">
                    <a16:creationId xmlns:a16="http://schemas.microsoft.com/office/drawing/2014/main" id="{90DB1575-0F1E-E0E5-E1D2-43FC0E3C20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662" name="Freeform: Shape 661">
                <a:extLst>
                  <a:ext uri="{FF2B5EF4-FFF2-40B4-BE49-F238E27FC236}">
                    <a16:creationId xmlns:a16="http://schemas.microsoft.com/office/drawing/2014/main" id="{DBCEEFB0-8148-482D-FC5C-D0FE070A58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663" name="Freeform: Shape 662">
                <a:extLst>
                  <a:ext uri="{FF2B5EF4-FFF2-40B4-BE49-F238E27FC236}">
                    <a16:creationId xmlns:a16="http://schemas.microsoft.com/office/drawing/2014/main" id="{AF6CC541-2680-2146-B31E-6131D9F2C5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664" name="Freeform: Shape 663">
                <a:extLst>
                  <a:ext uri="{FF2B5EF4-FFF2-40B4-BE49-F238E27FC236}">
                    <a16:creationId xmlns:a16="http://schemas.microsoft.com/office/drawing/2014/main" id="{4A6C204B-CE95-425E-04C6-DF6880042F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665" name="Freeform: Shape 664">
                <a:extLst>
                  <a:ext uri="{FF2B5EF4-FFF2-40B4-BE49-F238E27FC236}">
                    <a16:creationId xmlns:a16="http://schemas.microsoft.com/office/drawing/2014/main" id="{0999C916-EAF9-301C-F520-5697AE181F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666" name="Freeform: Shape 665">
                <a:extLst>
                  <a:ext uri="{FF2B5EF4-FFF2-40B4-BE49-F238E27FC236}">
                    <a16:creationId xmlns:a16="http://schemas.microsoft.com/office/drawing/2014/main" id="{92C3AEE8-C681-CC36-1A24-7E2474588E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667" name="Freeform: Shape 666">
                <a:extLst>
                  <a:ext uri="{FF2B5EF4-FFF2-40B4-BE49-F238E27FC236}">
                    <a16:creationId xmlns:a16="http://schemas.microsoft.com/office/drawing/2014/main" id="{FBD03E3E-AE14-A2C3-06AE-5A6946838C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68" name="Freeform: Shape 667">
                <a:extLst>
                  <a:ext uri="{FF2B5EF4-FFF2-40B4-BE49-F238E27FC236}">
                    <a16:creationId xmlns:a16="http://schemas.microsoft.com/office/drawing/2014/main" id="{19E66921-51EC-4D46-A7B1-29F10E6F40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69" name="Freeform: Shape 668">
                <a:extLst>
                  <a:ext uri="{FF2B5EF4-FFF2-40B4-BE49-F238E27FC236}">
                    <a16:creationId xmlns:a16="http://schemas.microsoft.com/office/drawing/2014/main" id="{E950F576-9FA7-B6CF-5620-06BA6DE274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670" name="Freeform: Shape 669">
                <a:extLst>
                  <a:ext uri="{FF2B5EF4-FFF2-40B4-BE49-F238E27FC236}">
                    <a16:creationId xmlns:a16="http://schemas.microsoft.com/office/drawing/2014/main" id="{9DD4F3E8-1AA1-68EA-611F-7F476669E2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71" name="Freeform: Shape 670">
                <a:extLst>
                  <a:ext uri="{FF2B5EF4-FFF2-40B4-BE49-F238E27FC236}">
                    <a16:creationId xmlns:a16="http://schemas.microsoft.com/office/drawing/2014/main" id="{4DA3346D-B300-22A1-F497-7FB34C5863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672" name="Freeform: Shape 671">
                <a:extLst>
                  <a:ext uri="{FF2B5EF4-FFF2-40B4-BE49-F238E27FC236}">
                    <a16:creationId xmlns:a16="http://schemas.microsoft.com/office/drawing/2014/main" id="{435F74D9-7839-5DCE-061C-9534E9C2C0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673" name="Freeform: Shape 672">
                <a:extLst>
                  <a:ext uri="{FF2B5EF4-FFF2-40B4-BE49-F238E27FC236}">
                    <a16:creationId xmlns:a16="http://schemas.microsoft.com/office/drawing/2014/main" id="{FEB34BE4-9CC0-6C33-E8B5-4394549347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74" name="Freeform: Shape 673">
                <a:extLst>
                  <a:ext uri="{FF2B5EF4-FFF2-40B4-BE49-F238E27FC236}">
                    <a16:creationId xmlns:a16="http://schemas.microsoft.com/office/drawing/2014/main" id="{51DAD8ED-7593-7D2A-3916-6F1615C7F2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75" name="Freeform: Shape 674">
                <a:extLst>
                  <a:ext uri="{FF2B5EF4-FFF2-40B4-BE49-F238E27FC236}">
                    <a16:creationId xmlns:a16="http://schemas.microsoft.com/office/drawing/2014/main" id="{A10C1E52-F685-6362-C17A-709B9B27E0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676" name="Freeform: Shape 675">
                <a:extLst>
                  <a:ext uri="{FF2B5EF4-FFF2-40B4-BE49-F238E27FC236}">
                    <a16:creationId xmlns:a16="http://schemas.microsoft.com/office/drawing/2014/main" id="{CE71FE59-D4D0-4BA5-8FB4-96C2B5E2CD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77" name="Freeform: Shape 676">
                <a:extLst>
                  <a:ext uri="{FF2B5EF4-FFF2-40B4-BE49-F238E27FC236}">
                    <a16:creationId xmlns:a16="http://schemas.microsoft.com/office/drawing/2014/main" id="{718CBE2F-224A-D24E-22E0-40AAA45BA8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678" name="Freeform: Shape 677">
                <a:extLst>
                  <a:ext uri="{FF2B5EF4-FFF2-40B4-BE49-F238E27FC236}">
                    <a16:creationId xmlns:a16="http://schemas.microsoft.com/office/drawing/2014/main" id="{20FF69B6-505C-294F-7B58-4ED8D700C5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79" name="Freeform: Shape 678">
                <a:extLst>
                  <a:ext uri="{FF2B5EF4-FFF2-40B4-BE49-F238E27FC236}">
                    <a16:creationId xmlns:a16="http://schemas.microsoft.com/office/drawing/2014/main" id="{5B3E553C-ECC9-DF87-5E88-23CC759C4D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80" name="Freeform: Shape 679">
                <a:extLst>
                  <a:ext uri="{FF2B5EF4-FFF2-40B4-BE49-F238E27FC236}">
                    <a16:creationId xmlns:a16="http://schemas.microsoft.com/office/drawing/2014/main" id="{620D2ABF-BDB9-9CC9-457F-37602701D0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81" name="Freeform: Shape 680">
                <a:extLst>
                  <a:ext uri="{FF2B5EF4-FFF2-40B4-BE49-F238E27FC236}">
                    <a16:creationId xmlns:a16="http://schemas.microsoft.com/office/drawing/2014/main" id="{B9069805-FE41-C5B6-C28C-8A958AC20F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682" name="Freeform: Shape 681">
                <a:extLst>
                  <a:ext uri="{FF2B5EF4-FFF2-40B4-BE49-F238E27FC236}">
                    <a16:creationId xmlns:a16="http://schemas.microsoft.com/office/drawing/2014/main" id="{D4A7B61A-7D50-F4FA-7D2C-E3ECAD65C7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83" name="Freeform: Shape 682">
                <a:extLst>
                  <a:ext uri="{FF2B5EF4-FFF2-40B4-BE49-F238E27FC236}">
                    <a16:creationId xmlns:a16="http://schemas.microsoft.com/office/drawing/2014/main" id="{E64D18BD-7320-2C8A-C32C-41016592DA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684" name="Freeform: Shape 683">
                <a:extLst>
                  <a:ext uri="{FF2B5EF4-FFF2-40B4-BE49-F238E27FC236}">
                    <a16:creationId xmlns:a16="http://schemas.microsoft.com/office/drawing/2014/main" id="{DD7196C9-9F7A-21D2-82AE-93300C3D29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85" name="Freeform: Shape 684">
                <a:extLst>
                  <a:ext uri="{FF2B5EF4-FFF2-40B4-BE49-F238E27FC236}">
                    <a16:creationId xmlns:a16="http://schemas.microsoft.com/office/drawing/2014/main" id="{3625A9F3-D352-8570-569C-DD6D57C949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86" name="Freeform: Shape 685">
                <a:extLst>
                  <a:ext uri="{FF2B5EF4-FFF2-40B4-BE49-F238E27FC236}">
                    <a16:creationId xmlns:a16="http://schemas.microsoft.com/office/drawing/2014/main" id="{C6BF0391-268B-7F3C-15F3-C1F913059C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87" name="Freeform: Shape 686">
                <a:extLst>
                  <a:ext uri="{FF2B5EF4-FFF2-40B4-BE49-F238E27FC236}">
                    <a16:creationId xmlns:a16="http://schemas.microsoft.com/office/drawing/2014/main" id="{BC76A9B0-75A6-3AAC-7102-74A9254CFE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688" name="Freeform: Shape 687">
                <a:extLst>
                  <a:ext uri="{FF2B5EF4-FFF2-40B4-BE49-F238E27FC236}">
                    <a16:creationId xmlns:a16="http://schemas.microsoft.com/office/drawing/2014/main" id="{75719B9F-01D5-7FD2-8A92-B482ECDB6F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89" name="Freeform: Shape 688">
                <a:extLst>
                  <a:ext uri="{FF2B5EF4-FFF2-40B4-BE49-F238E27FC236}">
                    <a16:creationId xmlns:a16="http://schemas.microsoft.com/office/drawing/2014/main" id="{7B640236-A836-DBC7-C2B5-6C48BCDD89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690" name="Freeform: Shape 689">
                <a:extLst>
                  <a:ext uri="{FF2B5EF4-FFF2-40B4-BE49-F238E27FC236}">
                    <a16:creationId xmlns:a16="http://schemas.microsoft.com/office/drawing/2014/main" id="{6615D08B-DAC1-50EA-F53E-0A31E37585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91" name="Freeform: Shape 690">
                <a:extLst>
                  <a:ext uri="{FF2B5EF4-FFF2-40B4-BE49-F238E27FC236}">
                    <a16:creationId xmlns:a16="http://schemas.microsoft.com/office/drawing/2014/main" id="{76F86655-7880-D04D-43AB-02E8E55932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92" name="Freeform: Shape 691">
                <a:extLst>
                  <a:ext uri="{FF2B5EF4-FFF2-40B4-BE49-F238E27FC236}">
                    <a16:creationId xmlns:a16="http://schemas.microsoft.com/office/drawing/2014/main" id="{E2362F83-8C1F-40A7-7BE5-0A05626CE2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93" name="Freeform: Shape 692">
                <a:extLst>
                  <a:ext uri="{FF2B5EF4-FFF2-40B4-BE49-F238E27FC236}">
                    <a16:creationId xmlns:a16="http://schemas.microsoft.com/office/drawing/2014/main" id="{865858D6-E557-55E2-7BE7-4DD15AA9A0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694" name="Freeform: Shape 693">
                <a:extLst>
                  <a:ext uri="{FF2B5EF4-FFF2-40B4-BE49-F238E27FC236}">
                    <a16:creationId xmlns:a16="http://schemas.microsoft.com/office/drawing/2014/main" id="{7DABD49F-E439-1FD4-34BB-33F5238726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95" name="Freeform: Shape 694">
                <a:extLst>
                  <a:ext uri="{FF2B5EF4-FFF2-40B4-BE49-F238E27FC236}">
                    <a16:creationId xmlns:a16="http://schemas.microsoft.com/office/drawing/2014/main" id="{9F43FE87-6B8B-11EC-1A5D-A5FA109CFF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696" name="Freeform: Shape 695">
                <a:extLst>
                  <a:ext uri="{FF2B5EF4-FFF2-40B4-BE49-F238E27FC236}">
                    <a16:creationId xmlns:a16="http://schemas.microsoft.com/office/drawing/2014/main" id="{450D4751-3FA5-B875-1B7F-F1CD4E4846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grpSp>
          <p:nvGrpSpPr>
            <p:cNvPr id="358" name="Graphic 4">
              <a:extLst>
                <a:ext uri="{FF2B5EF4-FFF2-40B4-BE49-F238E27FC236}">
                  <a16:creationId xmlns:a16="http://schemas.microsoft.com/office/drawing/2014/main" id="{63E0647F-3621-FCC5-193E-6EB8A7AEBB0B}"/>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0154385" y="4452524"/>
              <a:ext cx="1443404" cy="1443428"/>
              <a:chOff x="5734037" y="3067039"/>
              <a:chExt cx="724483" cy="724489"/>
            </a:xfrm>
            <a:grpFill/>
          </p:grpSpPr>
          <p:sp>
            <p:nvSpPr>
              <p:cNvPr id="359" name="Freeform: Shape 358">
                <a:extLst>
                  <a:ext uri="{FF2B5EF4-FFF2-40B4-BE49-F238E27FC236}">
                    <a16:creationId xmlns:a16="http://schemas.microsoft.com/office/drawing/2014/main" id="{27DF7CC8-E599-8482-7C86-A5CF25102F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360" name="Freeform: Shape 359">
                <a:extLst>
                  <a:ext uri="{FF2B5EF4-FFF2-40B4-BE49-F238E27FC236}">
                    <a16:creationId xmlns:a16="http://schemas.microsoft.com/office/drawing/2014/main" id="{E87A993F-8870-A142-ECDF-D62ED2E659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61" name="Freeform: Shape 360">
                <a:extLst>
                  <a:ext uri="{FF2B5EF4-FFF2-40B4-BE49-F238E27FC236}">
                    <a16:creationId xmlns:a16="http://schemas.microsoft.com/office/drawing/2014/main" id="{E0BFC4B6-DB0B-F040-83E2-B6318F2B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62" name="Freeform: Shape 361">
                <a:extLst>
                  <a:ext uri="{FF2B5EF4-FFF2-40B4-BE49-F238E27FC236}">
                    <a16:creationId xmlns:a16="http://schemas.microsoft.com/office/drawing/2014/main" id="{475BA945-BC0C-CA22-450B-4A1C18F267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63" name="Freeform: Shape 362">
                <a:extLst>
                  <a:ext uri="{FF2B5EF4-FFF2-40B4-BE49-F238E27FC236}">
                    <a16:creationId xmlns:a16="http://schemas.microsoft.com/office/drawing/2014/main" id="{35EA034E-5429-70D9-8701-2BF7AF1C10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64" name="Freeform: Shape 363">
                <a:extLst>
                  <a:ext uri="{FF2B5EF4-FFF2-40B4-BE49-F238E27FC236}">
                    <a16:creationId xmlns:a16="http://schemas.microsoft.com/office/drawing/2014/main" id="{218D80BB-40D0-2252-42F1-408FCF069C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65" name="Freeform: Shape 364">
                <a:extLst>
                  <a:ext uri="{FF2B5EF4-FFF2-40B4-BE49-F238E27FC236}">
                    <a16:creationId xmlns:a16="http://schemas.microsoft.com/office/drawing/2014/main" id="{E860E93A-FD10-92C3-313A-876CE5D716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66" name="Freeform: Shape 365">
                <a:extLst>
                  <a:ext uri="{FF2B5EF4-FFF2-40B4-BE49-F238E27FC236}">
                    <a16:creationId xmlns:a16="http://schemas.microsoft.com/office/drawing/2014/main" id="{FC52D9EC-C065-7047-A9CF-378A27A7DE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367" name="Freeform: Shape 366">
                <a:extLst>
                  <a:ext uri="{FF2B5EF4-FFF2-40B4-BE49-F238E27FC236}">
                    <a16:creationId xmlns:a16="http://schemas.microsoft.com/office/drawing/2014/main" id="{8736A6CC-681E-DAED-542D-A009A886E6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68" name="Freeform: Shape 367">
                <a:extLst>
                  <a:ext uri="{FF2B5EF4-FFF2-40B4-BE49-F238E27FC236}">
                    <a16:creationId xmlns:a16="http://schemas.microsoft.com/office/drawing/2014/main" id="{F1213A96-D384-311D-886A-C44530354F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69" name="Freeform: Shape 368">
                <a:extLst>
                  <a:ext uri="{FF2B5EF4-FFF2-40B4-BE49-F238E27FC236}">
                    <a16:creationId xmlns:a16="http://schemas.microsoft.com/office/drawing/2014/main" id="{3DB353C6-EBBB-91D0-1824-02D23835A7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70" name="Freeform: Shape 369">
                <a:extLst>
                  <a:ext uri="{FF2B5EF4-FFF2-40B4-BE49-F238E27FC236}">
                    <a16:creationId xmlns:a16="http://schemas.microsoft.com/office/drawing/2014/main" id="{E5A4740F-04F1-A1D9-8279-768CDB3323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71" name="Freeform: Shape 370">
                <a:extLst>
                  <a:ext uri="{FF2B5EF4-FFF2-40B4-BE49-F238E27FC236}">
                    <a16:creationId xmlns:a16="http://schemas.microsoft.com/office/drawing/2014/main" id="{1B258C77-A9FB-6AA2-A077-2B0952E9EE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72" name="Freeform: Shape 371">
                <a:extLst>
                  <a:ext uri="{FF2B5EF4-FFF2-40B4-BE49-F238E27FC236}">
                    <a16:creationId xmlns:a16="http://schemas.microsoft.com/office/drawing/2014/main" id="{03CB38E4-8010-85F7-84D3-6AA1EB04E3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73" name="Freeform: Shape 372">
                <a:extLst>
                  <a:ext uri="{FF2B5EF4-FFF2-40B4-BE49-F238E27FC236}">
                    <a16:creationId xmlns:a16="http://schemas.microsoft.com/office/drawing/2014/main" id="{C21A8915-B32C-57E5-3FC6-B0A5362830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74" name="Freeform: Shape 373">
                <a:extLst>
                  <a:ext uri="{FF2B5EF4-FFF2-40B4-BE49-F238E27FC236}">
                    <a16:creationId xmlns:a16="http://schemas.microsoft.com/office/drawing/2014/main" id="{996838A5-2AA1-3546-0380-43FE95FCC3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75" name="Freeform: Shape 374">
                <a:extLst>
                  <a:ext uri="{FF2B5EF4-FFF2-40B4-BE49-F238E27FC236}">
                    <a16:creationId xmlns:a16="http://schemas.microsoft.com/office/drawing/2014/main" id="{BA4D1E16-EAEF-D9CD-D0A8-A0CB5BF7D5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76" name="Freeform: Shape 375">
                <a:extLst>
                  <a:ext uri="{FF2B5EF4-FFF2-40B4-BE49-F238E27FC236}">
                    <a16:creationId xmlns:a16="http://schemas.microsoft.com/office/drawing/2014/main" id="{EFB52CDE-80A4-511B-8C79-0465B7B48C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77" name="Freeform: Shape 376">
                <a:extLst>
                  <a:ext uri="{FF2B5EF4-FFF2-40B4-BE49-F238E27FC236}">
                    <a16:creationId xmlns:a16="http://schemas.microsoft.com/office/drawing/2014/main" id="{DEAF4ECB-56DD-1831-4730-3E7AE35A8C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78" name="Freeform: Shape 377">
                <a:extLst>
                  <a:ext uri="{FF2B5EF4-FFF2-40B4-BE49-F238E27FC236}">
                    <a16:creationId xmlns:a16="http://schemas.microsoft.com/office/drawing/2014/main" id="{276C7975-62AA-CB1A-9AC9-03DFC0A70A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79" name="Freeform: Shape 378">
                <a:extLst>
                  <a:ext uri="{FF2B5EF4-FFF2-40B4-BE49-F238E27FC236}">
                    <a16:creationId xmlns:a16="http://schemas.microsoft.com/office/drawing/2014/main" id="{289CF727-CA10-10EC-403A-0912B53DE0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80" name="Freeform: Shape 379">
                <a:extLst>
                  <a:ext uri="{FF2B5EF4-FFF2-40B4-BE49-F238E27FC236}">
                    <a16:creationId xmlns:a16="http://schemas.microsoft.com/office/drawing/2014/main" id="{C2275911-617B-E97A-885C-B2F2C9DC54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81" name="Freeform: Shape 380">
                <a:extLst>
                  <a:ext uri="{FF2B5EF4-FFF2-40B4-BE49-F238E27FC236}">
                    <a16:creationId xmlns:a16="http://schemas.microsoft.com/office/drawing/2014/main" id="{5047905C-B30E-6F78-060D-0AC28D2BC0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82" name="Freeform: Shape 381">
                <a:extLst>
                  <a:ext uri="{FF2B5EF4-FFF2-40B4-BE49-F238E27FC236}">
                    <a16:creationId xmlns:a16="http://schemas.microsoft.com/office/drawing/2014/main" id="{043CFC0A-E959-67B0-C70F-BD54944F8B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83" name="Freeform: Shape 382">
                <a:extLst>
                  <a:ext uri="{FF2B5EF4-FFF2-40B4-BE49-F238E27FC236}">
                    <a16:creationId xmlns:a16="http://schemas.microsoft.com/office/drawing/2014/main" id="{59C2682F-5D3E-939C-2FC1-265FAAC64C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84" name="Freeform: Shape 383">
                <a:extLst>
                  <a:ext uri="{FF2B5EF4-FFF2-40B4-BE49-F238E27FC236}">
                    <a16:creationId xmlns:a16="http://schemas.microsoft.com/office/drawing/2014/main" id="{BD9A7207-9851-04B9-43AB-0954407B26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85" name="Freeform: Shape 384">
                <a:extLst>
                  <a:ext uri="{FF2B5EF4-FFF2-40B4-BE49-F238E27FC236}">
                    <a16:creationId xmlns:a16="http://schemas.microsoft.com/office/drawing/2014/main" id="{D5E40997-51D8-E3DB-0011-AC40A36099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86" name="Freeform: Shape 385">
                <a:extLst>
                  <a:ext uri="{FF2B5EF4-FFF2-40B4-BE49-F238E27FC236}">
                    <a16:creationId xmlns:a16="http://schemas.microsoft.com/office/drawing/2014/main" id="{C8505397-FBAD-7309-927B-E8F652AB85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87" name="Freeform: Shape 386">
                <a:extLst>
                  <a:ext uri="{FF2B5EF4-FFF2-40B4-BE49-F238E27FC236}">
                    <a16:creationId xmlns:a16="http://schemas.microsoft.com/office/drawing/2014/main" id="{2769ACEE-586F-555C-6A72-FB22184CB7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88" name="Freeform: Shape 387">
                <a:extLst>
                  <a:ext uri="{FF2B5EF4-FFF2-40B4-BE49-F238E27FC236}">
                    <a16:creationId xmlns:a16="http://schemas.microsoft.com/office/drawing/2014/main" id="{B7272533-175F-BD64-E72D-D68DCC460A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89" name="Freeform: Shape 388">
                <a:extLst>
                  <a:ext uri="{FF2B5EF4-FFF2-40B4-BE49-F238E27FC236}">
                    <a16:creationId xmlns:a16="http://schemas.microsoft.com/office/drawing/2014/main" id="{6E9DF934-DF71-767D-03A6-94A1FC325A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90" name="Freeform: Shape 389">
                <a:extLst>
                  <a:ext uri="{FF2B5EF4-FFF2-40B4-BE49-F238E27FC236}">
                    <a16:creationId xmlns:a16="http://schemas.microsoft.com/office/drawing/2014/main" id="{485C2416-8B30-D5A5-26D9-B467C8CF05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91" name="Freeform: Shape 390">
                <a:extLst>
                  <a:ext uri="{FF2B5EF4-FFF2-40B4-BE49-F238E27FC236}">
                    <a16:creationId xmlns:a16="http://schemas.microsoft.com/office/drawing/2014/main" id="{80340492-5D92-03C2-C247-3B3347FE09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92" name="Freeform: Shape 391">
                <a:extLst>
                  <a:ext uri="{FF2B5EF4-FFF2-40B4-BE49-F238E27FC236}">
                    <a16:creationId xmlns:a16="http://schemas.microsoft.com/office/drawing/2014/main" id="{BD6D0874-8D2F-204A-688F-3AEE892FD8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93" name="Freeform: Shape 392">
                <a:extLst>
                  <a:ext uri="{FF2B5EF4-FFF2-40B4-BE49-F238E27FC236}">
                    <a16:creationId xmlns:a16="http://schemas.microsoft.com/office/drawing/2014/main" id="{A37CEE38-5123-D963-9724-711FB6A91A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94" name="Freeform: Shape 393">
                <a:extLst>
                  <a:ext uri="{FF2B5EF4-FFF2-40B4-BE49-F238E27FC236}">
                    <a16:creationId xmlns:a16="http://schemas.microsoft.com/office/drawing/2014/main" id="{B26489EF-B3B5-70D9-8670-D774EE5AA9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95" name="Freeform: Shape 394">
                <a:extLst>
                  <a:ext uri="{FF2B5EF4-FFF2-40B4-BE49-F238E27FC236}">
                    <a16:creationId xmlns:a16="http://schemas.microsoft.com/office/drawing/2014/main" id="{D149B5FF-D6DC-782D-4A56-38D007121F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96" name="Freeform: Shape 395">
                <a:extLst>
                  <a:ext uri="{FF2B5EF4-FFF2-40B4-BE49-F238E27FC236}">
                    <a16:creationId xmlns:a16="http://schemas.microsoft.com/office/drawing/2014/main" id="{3D86F681-F4B7-745A-CC3C-7C47367E92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97" name="Freeform: Shape 396">
                <a:extLst>
                  <a:ext uri="{FF2B5EF4-FFF2-40B4-BE49-F238E27FC236}">
                    <a16:creationId xmlns:a16="http://schemas.microsoft.com/office/drawing/2014/main" id="{8DBBDC13-D5C2-329C-7DFE-6E45C11CAB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98" name="Freeform: Shape 397">
                <a:extLst>
                  <a:ext uri="{FF2B5EF4-FFF2-40B4-BE49-F238E27FC236}">
                    <a16:creationId xmlns:a16="http://schemas.microsoft.com/office/drawing/2014/main" id="{A15C3EF0-BBD7-5849-735E-DF0C481A28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99" name="Freeform: Shape 398">
                <a:extLst>
                  <a:ext uri="{FF2B5EF4-FFF2-40B4-BE49-F238E27FC236}">
                    <a16:creationId xmlns:a16="http://schemas.microsoft.com/office/drawing/2014/main" id="{979BAC18-97FF-2801-4223-28F2E1D189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0" name="Freeform: Shape 399">
                <a:extLst>
                  <a:ext uri="{FF2B5EF4-FFF2-40B4-BE49-F238E27FC236}">
                    <a16:creationId xmlns:a16="http://schemas.microsoft.com/office/drawing/2014/main" id="{AE76E4C8-5BA8-E285-E78A-B3DC609C88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01" name="Freeform: Shape 400">
                <a:extLst>
                  <a:ext uri="{FF2B5EF4-FFF2-40B4-BE49-F238E27FC236}">
                    <a16:creationId xmlns:a16="http://schemas.microsoft.com/office/drawing/2014/main" id="{5295D9D7-E1EE-C5E6-B8C7-9F2756AC0B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402" name="Freeform: Shape 401">
                <a:extLst>
                  <a:ext uri="{FF2B5EF4-FFF2-40B4-BE49-F238E27FC236}">
                    <a16:creationId xmlns:a16="http://schemas.microsoft.com/office/drawing/2014/main" id="{CCEEEE07-B0EE-3969-FB86-71FEFF3BD3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3" name="Freeform: Shape 402">
                <a:extLst>
                  <a:ext uri="{FF2B5EF4-FFF2-40B4-BE49-F238E27FC236}">
                    <a16:creationId xmlns:a16="http://schemas.microsoft.com/office/drawing/2014/main" id="{5013B286-419D-DFA0-C3C2-7B239BD1BC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4" name="Freeform: Shape 403">
                <a:extLst>
                  <a:ext uri="{FF2B5EF4-FFF2-40B4-BE49-F238E27FC236}">
                    <a16:creationId xmlns:a16="http://schemas.microsoft.com/office/drawing/2014/main" id="{8EB45554-8B11-D935-797D-9147B11EA6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5" name="Freeform: Shape 404">
                <a:extLst>
                  <a:ext uri="{FF2B5EF4-FFF2-40B4-BE49-F238E27FC236}">
                    <a16:creationId xmlns:a16="http://schemas.microsoft.com/office/drawing/2014/main" id="{D35B4AFE-191F-F3A2-FFDF-5A87EE7D46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6" name="Freeform: Shape 405">
                <a:extLst>
                  <a:ext uri="{FF2B5EF4-FFF2-40B4-BE49-F238E27FC236}">
                    <a16:creationId xmlns:a16="http://schemas.microsoft.com/office/drawing/2014/main" id="{8A72A18C-8345-BF53-56EB-CA0C43ED23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7" name="Freeform: Shape 406">
                <a:extLst>
                  <a:ext uri="{FF2B5EF4-FFF2-40B4-BE49-F238E27FC236}">
                    <a16:creationId xmlns:a16="http://schemas.microsoft.com/office/drawing/2014/main" id="{8C8C6EAB-0A71-5B8B-7309-5598F36DA7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8" name="Freeform: Shape 407">
                <a:extLst>
                  <a:ext uri="{FF2B5EF4-FFF2-40B4-BE49-F238E27FC236}">
                    <a16:creationId xmlns:a16="http://schemas.microsoft.com/office/drawing/2014/main" id="{76316020-B238-11ED-20C2-46B2418973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409" name="Freeform: Shape 408">
                <a:extLst>
                  <a:ext uri="{FF2B5EF4-FFF2-40B4-BE49-F238E27FC236}">
                    <a16:creationId xmlns:a16="http://schemas.microsoft.com/office/drawing/2014/main" id="{F20AB0F5-6201-F860-A7A0-77232E9845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410" name="Freeform: Shape 409">
                <a:extLst>
                  <a:ext uri="{FF2B5EF4-FFF2-40B4-BE49-F238E27FC236}">
                    <a16:creationId xmlns:a16="http://schemas.microsoft.com/office/drawing/2014/main" id="{96182FE9-AAAA-F2BE-F273-2B2976B0FB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411" name="Freeform: Shape 410">
                <a:extLst>
                  <a:ext uri="{FF2B5EF4-FFF2-40B4-BE49-F238E27FC236}">
                    <a16:creationId xmlns:a16="http://schemas.microsoft.com/office/drawing/2014/main" id="{D8B21332-33AE-AD47-45C7-37D96A66DC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412" name="Freeform: Shape 411">
                <a:extLst>
                  <a:ext uri="{FF2B5EF4-FFF2-40B4-BE49-F238E27FC236}">
                    <a16:creationId xmlns:a16="http://schemas.microsoft.com/office/drawing/2014/main" id="{7F32B596-1689-2908-B9A6-829B9CB504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413" name="Freeform: Shape 412">
                <a:extLst>
                  <a:ext uri="{FF2B5EF4-FFF2-40B4-BE49-F238E27FC236}">
                    <a16:creationId xmlns:a16="http://schemas.microsoft.com/office/drawing/2014/main" id="{78423A05-7231-5731-5F4B-4BAB2E7E78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14" name="Freeform: Shape 413">
                <a:extLst>
                  <a:ext uri="{FF2B5EF4-FFF2-40B4-BE49-F238E27FC236}">
                    <a16:creationId xmlns:a16="http://schemas.microsoft.com/office/drawing/2014/main" id="{61C71142-0E15-E49F-E564-A42CB95E0A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15" name="Freeform: Shape 414">
                <a:extLst>
                  <a:ext uri="{FF2B5EF4-FFF2-40B4-BE49-F238E27FC236}">
                    <a16:creationId xmlns:a16="http://schemas.microsoft.com/office/drawing/2014/main" id="{9D05C29A-C4D1-9472-3687-C355CACEBE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16" name="Freeform: Shape 415">
                <a:extLst>
                  <a:ext uri="{FF2B5EF4-FFF2-40B4-BE49-F238E27FC236}">
                    <a16:creationId xmlns:a16="http://schemas.microsoft.com/office/drawing/2014/main" id="{8B34895D-B119-05E7-E564-8BED4812AF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417" name="Freeform: Shape 416">
                <a:extLst>
                  <a:ext uri="{FF2B5EF4-FFF2-40B4-BE49-F238E27FC236}">
                    <a16:creationId xmlns:a16="http://schemas.microsoft.com/office/drawing/2014/main" id="{985B3B6A-F847-873C-2B5F-CC53A5244E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18" name="Freeform: Shape 417">
                <a:extLst>
                  <a:ext uri="{FF2B5EF4-FFF2-40B4-BE49-F238E27FC236}">
                    <a16:creationId xmlns:a16="http://schemas.microsoft.com/office/drawing/2014/main" id="{B5EDFF90-18CD-8AEB-C22B-CFCF930C89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419" name="Freeform: Shape 418">
                <a:extLst>
                  <a:ext uri="{FF2B5EF4-FFF2-40B4-BE49-F238E27FC236}">
                    <a16:creationId xmlns:a16="http://schemas.microsoft.com/office/drawing/2014/main" id="{850732B2-B802-B435-C35F-67E406BEA9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420" name="Freeform: Shape 419">
                <a:extLst>
                  <a:ext uri="{FF2B5EF4-FFF2-40B4-BE49-F238E27FC236}">
                    <a16:creationId xmlns:a16="http://schemas.microsoft.com/office/drawing/2014/main" id="{2B5533B2-5AF6-732D-6ADD-E3BF912CE3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1" name="Freeform: Shape 420">
                <a:extLst>
                  <a:ext uri="{FF2B5EF4-FFF2-40B4-BE49-F238E27FC236}">
                    <a16:creationId xmlns:a16="http://schemas.microsoft.com/office/drawing/2014/main" id="{89543AB5-B9E2-A46D-6D95-7399CE0D42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2" name="Freeform: Shape 421">
                <a:extLst>
                  <a:ext uri="{FF2B5EF4-FFF2-40B4-BE49-F238E27FC236}">
                    <a16:creationId xmlns:a16="http://schemas.microsoft.com/office/drawing/2014/main" id="{33DE1ECD-3117-8356-6C13-AC02CBB1D8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423" name="Freeform: Shape 422">
                <a:extLst>
                  <a:ext uri="{FF2B5EF4-FFF2-40B4-BE49-F238E27FC236}">
                    <a16:creationId xmlns:a16="http://schemas.microsoft.com/office/drawing/2014/main" id="{8D425DA7-5678-BE86-E250-24D1AD2D81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4" name="Freeform: Shape 423">
                <a:extLst>
                  <a:ext uri="{FF2B5EF4-FFF2-40B4-BE49-F238E27FC236}">
                    <a16:creationId xmlns:a16="http://schemas.microsoft.com/office/drawing/2014/main" id="{D9B3EC4D-E8EC-D113-E3CE-5CAA4B4C2C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425" name="Freeform: Shape 424">
                <a:extLst>
                  <a:ext uri="{FF2B5EF4-FFF2-40B4-BE49-F238E27FC236}">
                    <a16:creationId xmlns:a16="http://schemas.microsoft.com/office/drawing/2014/main" id="{18415602-C52E-6459-28B9-E88965E253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26" name="Freeform: Shape 425">
                <a:extLst>
                  <a:ext uri="{FF2B5EF4-FFF2-40B4-BE49-F238E27FC236}">
                    <a16:creationId xmlns:a16="http://schemas.microsoft.com/office/drawing/2014/main" id="{068E76D4-0059-E738-3B51-CBB3187C95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27" name="Freeform: Shape 426">
                <a:extLst>
                  <a:ext uri="{FF2B5EF4-FFF2-40B4-BE49-F238E27FC236}">
                    <a16:creationId xmlns:a16="http://schemas.microsoft.com/office/drawing/2014/main" id="{1B94ED6D-420A-8350-8B83-FDB3811F5A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28" name="Freeform: Shape 427">
                <a:extLst>
                  <a:ext uri="{FF2B5EF4-FFF2-40B4-BE49-F238E27FC236}">
                    <a16:creationId xmlns:a16="http://schemas.microsoft.com/office/drawing/2014/main" id="{7BCAB1FC-210B-EE92-99CE-96AB790816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429" name="Freeform: Shape 428">
                <a:extLst>
                  <a:ext uri="{FF2B5EF4-FFF2-40B4-BE49-F238E27FC236}">
                    <a16:creationId xmlns:a16="http://schemas.microsoft.com/office/drawing/2014/main" id="{CF23285A-9598-131C-FCB1-6ADF7955BB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30" name="Freeform: Shape 429">
                <a:extLst>
                  <a:ext uri="{FF2B5EF4-FFF2-40B4-BE49-F238E27FC236}">
                    <a16:creationId xmlns:a16="http://schemas.microsoft.com/office/drawing/2014/main" id="{D0D0E3BB-4195-2D87-968D-EA1E03FB41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431" name="Freeform: Shape 430">
                <a:extLst>
                  <a:ext uri="{FF2B5EF4-FFF2-40B4-BE49-F238E27FC236}">
                    <a16:creationId xmlns:a16="http://schemas.microsoft.com/office/drawing/2014/main" id="{6AA71150-0D64-5065-E9CF-0424ECF6E0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32" name="Freeform: Shape 431">
                <a:extLst>
                  <a:ext uri="{FF2B5EF4-FFF2-40B4-BE49-F238E27FC236}">
                    <a16:creationId xmlns:a16="http://schemas.microsoft.com/office/drawing/2014/main" id="{6327BE3C-FDD5-78C9-8AD8-E99EDF96D2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33" name="Freeform: Shape 432">
                <a:extLst>
                  <a:ext uri="{FF2B5EF4-FFF2-40B4-BE49-F238E27FC236}">
                    <a16:creationId xmlns:a16="http://schemas.microsoft.com/office/drawing/2014/main" id="{FD61705C-E0DD-7410-6209-A4E98CA352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34" name="Freeform: Shape 433">
                <a:extLst>
                  <a:ext uri="{FF2B5EF4-FFF2-40B4-BE49-F238E27FC236}">
                    <a16:creationId xmlns:a16="http://schemas.microsoft.com/office/drawing/2014/main" id="{612F3CD5-2F63-AB54-BAEC-84DC710202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435" name="Freeform: Shape 434">
                <a:extLst>
                  <a:ext uri="{FF2B5EF4-FFF2-40B4-BE49-F238E27FC236}">
                    <a16:creationId xmlns:a16="http://schemas.microsoft.com/office/drawing/2014/main" id="{B3415144-80D4-4E7A-8BBE-79DF8C570E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36" name="Freeform: Shape 435">
                <a:extLst>
                  <a:ext uri="{FF2B5EF4-FFF2-40B4-BE49-F238E27FC236}">
                    <a16:creationId xmlns:a16="http://schemas.microsoft.com/office/drawing/2014/main" id="{C9C102E0-461E-8451-ED6C-75136951C2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437" name="Freeform: Shape 436">
                <a:extLst>
                  <a:ext uri="{FF2B5EF4-FFF2-40B4-BE49-F238E27FC236}">
                    <a16:creationId xmlns:a16="http://schemas.microsoft.com/office/drawing/2014/main" id="{A1C089BA-F12E-B396-C034-3569BDC621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38" name="Freeform: Shape 437">
                <a:extLst>
                  <a:ext uri="{FF2B5EF4-FFF2-40B4-BE49-F238E27FC236}">
                    <a16:creationId xmlns:a16="http://schemas.microsoft.com/office/drawing/2014/main" id="{7EF8B4FE-9728-6494-B92B-030EE71C91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39" name="Freeform: Shape 438">
                <a:extLst>
                  <a:ext uri="{FF2B5EF4-FFF2-40B4-BE49-F238E27FC236}">
                    <a16:creationId xmlns:a16="http://schemas.microsoft.com/office/drawing/2014/main" id="{D5929663-047A-A818-8D70-861A54ECA5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40" name="Freeform: Shape 439">
                <a:extLst>
                  <a:ext uri="{FF2B5EF4-FFF2-40B4-BE49-F238E27FC236}">
                    <a16:creationId xmlns:a16="http://schemas.microsoft.com/office/drawing/2014/main" id="{5A00889A-1EFD-1F2C-2078-5BD7AF7C69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441" name="Freeform: Shape 440">
                <a:extLst>
                  <a:ext uri="{FF2B5EF4-FFF2-40B4-BE49-F238E27FC236}">
                    <a16:creationId xmlns:a16="http://schemas.microsoft.com/office/drawing/2014/main" id="{485768E4-94F1-7666-64A0-ACC96E571B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42" name="Freeform: Shape 441">
                <a:extLst>
                  <a:ext uri="{FF2B5EF4-FFF2-40B4-BE49-F238E27FC236}">
                    <a16:creationId xmlns:a16="http://schemas.microsoft.com/office/drawing/2014/main" id="{C98028F2-2B44-BA47-D3E0-D4BB828917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443" name="Freeform: Shape 442">
                <a:extLst>
                  <a:ext uri="{FF2B5EF4-FFF2-40B4-BE49-F238E27FC236}">
                    <a16:creationId xmlns:a16="http://schemas.microsoft.com/office/drawing/2014/main" id="{95B2E740-67C8-D46E-2CFF-760A32855A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44" name="Freeform: Shape 443">
                <a:extLst>
                  <a:ext uri="{FF2B5EF4-FFF2-40B4-BE49-F238E27FC236}">
                    <a16:creationId xmlns:a16="http://schemas.microsoft.com/office/drawing/2014/main" id="{306CE0E7-AB2F-4A7A-DE8F-28C98D01E0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45" name="Freeform: Shape 444">
                <a:extLst>
                  <a:ext uri="{FF2B5EF4-FFF2-40B4-BE49-F238E27FC236}">
                    <a16:creationId xmlns:a16="http://schemas.microsoft.com/office/drawing/2014/main" id="{A36A8EEE-2463-E8AC-2464-5D3568B26D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46" name="Freeform: Shape 445">
                <a:extLst>
                  <a:ext uri="{FF2B5EF4-FFF2-40B4-BE49-F238E27FC236}">
                    <a16:creationId xmlns:a16="http://schemas.microsoft.com/office/drawing/2014/main" id="{ED42CFFB-11EF-0A97-BF9F-D2624C3E83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447" name="Freeform: Shape 446">
                <a:extLst>
                  <a:ext uri="{FF2B5EF4-FFF2-40B4-BE49-F238E27FC236}">
                    <a16:creationId xmlns:a16="http://schemas.microsoft.com/office/drawing/2014/main" id="{C3480721-B04B-6A1B-6E58-DC866C98B3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48" name="Freeform: Shape 447">
                <a:extLst>
                  <a:ext uri="{FF2B5EF4-FFF2-40B4-BE49-F238E27FC236}">
                    <a16:creationId xmlns:a16="http://schemas.microsoft.com/office/drawing/2014/main" id="{C73C87F6-DF6C-CBA9-03DD-3B04BC7E65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449" name="Freeform: Shape 448">
                <a:extLst>
                  <a:ext uri="{FF2B5EF4-FFF2-40B4-BE49-F238E27FC236}">
                    <a16:creationId xmlns:a16="http://schemas.microsoft.com/office/drawing/2014/main" id="{781408D7-F395-0C3D-6304-283B4BA191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50" name="Freeform: Shape 449">
                <a:extLst>
                  <a:ext uri="{FF2B5EF4-FFF2-40B4-BE49-F238E27FC236}">
                    <a16:creationId xmlns:a16="http://schemas.microsoft.com/office/drawing/2014/main" id="{B2502005-63FC-5C2B-5F0A-21E0841013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451" name="Freeform: Shape 450">
                <a:extLst>
                  <a:ext uri="{FF2B5EF4-FFF2-40B4-BE49-F238E27FC236}">
                    <a16:creationId xmlns:a16="http://schemas.microsoft.com/office/drawing/2014/main" id="{746363C6-9134-0191-527D-5665C1CDAB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52" name="Freeform: Shape 451">
                <a:extLst>
                  <a:ext uri="{FF2B5EF4-FFF2-40B4-BE49-F238E27FC236}">
                    <a16:creationId xmlns:a16="http://schemas.microsoft.com/office/drawing/2014/main" id="{92D4E1B1-708A-6C5B-B20E-CA1DC7CF01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453" name="Freeform: Shape 452">
                <a:extLst>
                  <a:ext uri="{FF2B5EF4-FFF2-40B4-BE49-F238E27FC236}">
                    <a16:creationId xmlns:a16="http://schemas.microsoft.com/office/drawing/2014/main" id="{174A9EB9-F960-EECD-BD00-ECAB3280F5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454" name="Freeform: Shape 453">
                <a:extLst>
                  <a:ext uri="{FF2B5EF4-FFF2-40B4-BE49-F238E27FC236}">
                    <a16:creationId xmlns:a16="http://schemas.microsoft.com/office/drawing/2014/main" id="{9CAFDC2E-BC6F-D348-A1D0-7C5F9979DF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455" name="Freeform: Shape 454">
                <a:extLst>
                  <a:ext uri="{FF2B5EF4-FFF2-40B4-BE49-F238E27FC236}">
                    <a16:creationId xmlns:a16="http://schemas.microsoft.com/office/drawing/2014/main" id="{EA59278A-ABE2-A7A3-EEB8-F507FE8682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56" name="Freeform: Shape 455">
                <a:extLst>
                  <a:ext uri="{FF2B5EF4-FFF2-40B4-BE49-F238E27FC236}">
                    <a16:creationId xmlns:a16="http://schemas.microsoft.com/office/drawing/2014/main" id="{121D086C-2CB6-75AE-C377-1B16F4C285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457" name="Freeform: Shape 456">
                <a:extLst>
                  <a:ext uri="{FF2B5EF4-FFF2-40B4-BE49-F238E27FC236}">
                    <a16:creationId xmlns:a16="http://schemas.microsoft.com/office/drawing/2014/main" id="{4B349976-6A9A-9FD1-9ED7-2EB6790B55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458" name="Freeform: Shape 457">
                <a:extLst>
                  <a:ext uri="{FF2B5EF4-FFF2-40B4-BE49-F238E27FC236}">
                    <a16:creationId xmlns:a16="http://schemas.microsoft.com/office/drawing/2014/main" id="{E41B3325-4B52-B68F-6F95-C378DEFA65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459" name="Freeform: Shape 458">
                <a:extLst>
                  <a:ext uri="{FF2B5EF4-FFF2-40B4-BE49-F238E27FC236}">
                    <a16:creationId xmlns:a16="http://schemas.microsoft.com/office/drawing/2014/main" id="{9C05490C-BEF0-2B49-8A82-73EDBC1476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0" name="Freeform: Shape 459">
                <a:extLst>
                  <a:ext uri="{FF2B5EF4-FFF2-40B4-BE49-F238E27FC236}">
                    <a16:creationId xmlns:a16="http://schemas.microsoft.com/office/drawing/2014/main" id="{7F7485E4-DEE2-BAC2-C0F3-ED8BB6893A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1" name="Freeform: Shape 460">
                <a:extLst>
                  <a:ext uri="{FF2B5EF4-FFF2-40B4-BE49-F238E27FC236}">
                    <a16:creationId xmlns:a16="http://schemas.microsoft.com/office/drawing/2014/main" id="{6D73B9D4-1B16-6437-B81B-7F415C52A9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2" name="Freeform: Shape 461">
                <a:extLst>
                  <a:ext uri="{FF2B5EF4-FFF2-40B4-BE49-F238E27FC236}">
                    <a16:creationId xmlns:a16="http://schemas.microsoft.com/office/drawing/2014/main" id="{62A7294D-8B29-4578-A8E9-DB085D077D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463" name="Freeform: Shape 462">
                <a:extLst>
                  <a:ext uri="{FF2B5EF4-FFF2-40B4-BE49-F238E27FC236}">
                    <a16:creationId xmlns:a16="http://schemas.microsoft.com/office/drawing/2014/main" id="{4B5F31FE-C319-C95F-580C-36D96647E4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4" name="Freeform: Shape 463">
                <a:extLst>
                  <a:ext uri="{FF2B5EF4-FFF2-40B4-BE49-F238E27FC236}">
                    <a16:creationId xmlns:a16="http://schemas.microsoft.com/office/drawing/2014/main" id="{4FB33DDB-2538-5CF8-CF1C-4773F46A7B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465" name="Freeform: Shape 464">
                <a:extLst>
                  <a:ext uri="{FF2B5EF4-FFF2-40B4-BE49-F238E27FC236}">
                    <a16:creationId xmlns:a16="http://schemas.microsoft.com/office/drawing/2014/main" id="{340A05BE-9148-4ACE-84A6-0D3A5658A1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6" name="Freeform: Shape 465">
                <a:extLst>
                  <a:ext uri="{FF2B5EF4-FFF2-40B4-BE49-F238E27FC236}">
                    <a16:creationId xmlns:a16="http://schemas.microsoft.com/office/drawing/2014/main" id="{389CFE8D-778C-EE95-78B5-365E55EDE5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7" name="Freeform: Shape 466">
                <a:extLst>
                  <a:ext uri="{FF2B5EF4-FFF2-40B4-BE49-F238E27FC236}">
                    <a16:creationId xmlns:a16="http://schemas.microsoft.com/office/drawing/2014/main" id="{52050ED3-7934-A629-D89A-5A8F0934D0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8" name="Freeform: Shape 467">
                <a:extLst>
                  <a:ext uri="{FF2B5EF4-FFF2-40B4-BE49-F238E27FC236}">
                    <a16:creationId xmlns:a16="http://schemas.microsoft.com/office/drawing/2014/main" id="{D774F8C0-B721-F69C-F6EE-DAF40FC836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9" name="Freeform: Shape 468">
                <a:extLst>
                  <a:ext uri="{FF2B5EF4-FFF2-40B4-BE49-F238E27FC236}">
                    <a16:creationId xmlns:a16="http://schemas.microsoft.com/office/drawing/2014/main" id="{5536FD13-EAAC-E7CC-BF06-0EA024F96C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70" name="Freeform: Shape 469">
                <a:extLst>
                  <a:ext uri="{FF2B5EF4-FFF2-40B4-BE49-F238E27FC236}">
                    <a16:creationId xmlns:a16="http://schemas.microsoft.com/office/drawing/2014/main" id="{564B9C60-C625-E67A-FB8D-7C2EE26206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71" name="Freeform: Shape 470">
                <a:extLst>
                  <a:ext uri="{FF2B5EF4-FFF2-40B4-BE49-F238E27FC236}">
                    <a16:creationId xmlns:a16="http://schemas.microsoft.com/office/drawing/2014/main" id="{AEFBC11B-8A9A-4770-01BB-8473BF3BB4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472" name="Freeform: Shape 471">
                <a:extLst>
                  <a:ext uri="{FF2B5EF4-FFF2-40B4-BE49-F238E27FC236}">
                    <a16:creationId xmlns:a16="http://schemas.microsoft.com/office/drawing/2014/main" id="{C612C6E4-BE4E-CC81-478F-C9A843455B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73" name="Freeform: Shape 472">
                <a:extLst>
                  <a:ext uri="{FF2B5EF4-FFF2-40B4-BE49-F238E27FC236}">
                    <a16:creationId xmlns:a16="http://schemas.microsoft.com/office/drawing/2014/main" id="{A4063BD2-B2E0-65E9-AA90-BD32B219B5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74" name="Freeform: Shape 473">
                <a:extLst>
                  <a:ext uri="{FF2B5EF4-FFF2-40B4-BE49-F238E27FC236}">
                    <a16:creationId xmlns:a16="http://schemas.microsoft.com/office/drawing/2014/main" id="{2288527B-B866-58D0-B5C8-99F041617E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75" name="Freeform: Shape 474">
                <a:extLst>
                  <a:ext uri="{FF2B5EF4-FFF2-40B4-BE49-F238E27FC236}">
                    <a16:creationId xmlns:a16="http://schemas.microsoft.com/office/drawing/2014/main" id="{DFA9A2D8-45F1-1ED4-11EF-3000426C66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76" name="Freeform: Shape 475">
                <a:extLst>
                  <a:ext uri="{FF2B5EF4-FFF2-40B4-BE49-F238E27FC236}">
                    <a16:creationId xmlns:a16="http://schemas.microsoft.com/office/drawing/2014/main" id="{13157727-7EB3-F6C4-D3DC-D718D81232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77" name="Freeform: Shape 476">
                <a:extLst>
                  <a:ext uri="{FF2B5EF4-FFF2-40B4-BE49-F238E27FC236}">
                    <a16:creationId xmlns:a16="http://schemas.microsoft.com/office/drawing/2014/main" id="{97AEC577-6C99-59E4-78AC-D08AC1FAEF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78" name="Freeform: Shape 477">
                <a:extLst>
                  <a:ext uri="{FF2B5EF4-FFF2-40B4-BE49-F238E27FC236}">
                    <a16:creationId xmlns:a16="http://schemas.microsoft.com/office/drawing/2014/main" id="{7979E133-8E35-35B6-A4C0-B53762C52D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479" name="Freeform: Shape 478">
                <a:extLst>
                  <a:ext uri="{FF2B5EF4-FFF2-40B4-BE49-F238E27FC236}">
                    <a16:creationId xmlns:a16="http://schemas.microsoft.com/office/drawing/2014/main" id="{79CE314B-FE06-B77D-B8DE-2BD45637A8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0" name="Freeform: Shape 479">
                <a:extLst>
                  <a:ext uri="{FF2B5EF4-FFF2-40B4-BE49-F238E27FC236}">
                    <a16:creationId xmlns:a16="http://schemas.microsoft.com/office/drawing/2014/main" id="{F39F06BC-F596-1A2E-9419-3983E1E9E4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1" name="Freeform: Shape 480">
                <a:extLst>
                  <a:ext uri="{FF2B5EF4-FFF2-40B4-BE49-F238E27FC236}">
                    <a16:creationId xmlns:a16="http://schemas.microsoft.com/office/drawing/2014/main" id="{46016BD9-5D34-5663-FDCB-7561CCA24C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2" name="Freeform: Shape 481">
                <a:extLst>
                  <a:ext uri="{FF2B5EF4-FFF2-40B4-BE49-F238E27FC236}">
                    <a16:creationId xmlns:a16="http://schemas.microsoft.com/office/drawing/2014/main" id="{3C99017D-A0E0-FD67-9A51-AA049C8D7E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3" name="Freeform: Shape 482">
                <a:extLst>
                  <a:ext uri="{FF2B5EF4-FFF2-40B4-BE49-F238E27FC236}">
                    <a16:creationId xmlns:a16="http://schemas.microsoft.com/office/drawing/2014/main" id="{B5308FFB-1BE0-8DD8-C4D1-11AC5C9F24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4" name="Freeform: Shape 483">
                <a:extLst>
                  <a:ext uri="{FF2B5EF4-FFF2-40B4-BE49-F238E27FC236}">
                    <a16:creationId xmlns:a16="http://schemas.microsoft.com/office/drawing/2014/main" id="{78E53918-48F1-3BA8-A039-FC97297732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5" name="Freeform: Shape 484">
                <a:extLst>
                  <a:ext uri="{FF2B5EF4-FFF2-40B4-BE49-F238E27FC236}">
                    <a16:creationId xmlns:a16="http://schemas.microsoft.com/office/drawing/2014/main" id="{6D64FE61-8465-C8F9-DD2C-7BC1AE06DA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486" name="Freeform: Shape 485">
                <a:extLst>
                  <a:ext uri="{FF2B5EF4-FFF2-40B4-BE49-F238E27FC236}">
                    <a16:creationId xmlns:a16="http://schemas.microsoft.com/office/drawing/2014/main" id="{A36B28D8-16DF-1858-2003-DC60C6B371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487" name="Freeform: Shape 486">
                <a:extLst>
                  <a:ext uri="{FF2B5EF4-FFF2-40B4-BE49-F238E27FC236}">
                    <a16:creationId xmlns:a16="http://schemas.microsoft.com/office/drawing/2014/main" id="{435158D2-69B3-3964-FD9E-F81884EA4E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88" name="Freeform: Shape 487">
                <a:extLst>
                  <a:ext uri="{FF2B5EF4-FFF2-40B4-BE49-F238E27FC236}">
                    <a16:creationId xmlns:a16="http://schemas.microsoft.com/office/drawing/2014/main" id="{B1942E7D-D92E-CD35-F487-D2E7485BE7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89" name="Freeform: Shape 488">
                <a:extLst>
                  <a:ext uri="{FF2B5EF4-FFF2-40B4-BE49-F238E27FC236}">
                    <a16:creationId xmlns:a16="http://schemas.microsoft.com/office/drawing/2014/main" id="{6F6E5F44-11C6-FCD6-C322-639BAD0216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90" name="Freeform: Shape 489">
                <a:extLst>
                  <a:ext uri="{FF2B5EF4-FFF2-40B4-BE49-F238E27FC236}">
                    <a16:creationId xmlns:a16="http://schemas.microsoft.com/office/drawing/2014/main" id="{6DD54556-0C42-8789-2521-3A17ED9E8E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491" name="Freeform: Shape 490">
                <a:extLst>
                  <a:ext uri="{FF2B5EF4-FFF2-40B4-BE49-F238E27FC236}">
                    <a16:creationId xmlns:a16="http://schemas.microsoft.com/office/drawing/2014/main" id="{2B7D873E-E6E2-4403-0D5F-ECEBFF1233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92" name="Freeform: Shape 491">
                <a:extLst>
                  <a:ext uri="{FF2B5EF4-FFF2-40B4-BE49-F238E27FC236}">
                    <a16:creationId xmlns:a16="http://schemas.microsoft.com/office/drawing/2014/main" id="{548F170A-A28E-76AC-3709-493EA64C78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493" name="Freeform: Shape 492">
                <a:extLst>
                  <a:ext uri="{FF2B5EF4-FFF2-40B4-BE49-F238E27FC236}">
                    <a16:creationId xmlns:a16="http://schemas.microsoft.com/office/drawing/2014/main" id="{8BC863DA-780D-77B0-A116-722B7AC53A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494" name="Freeform: Shape 493">
                <a:extLst>
                  <a:ext uri="{FF2B5EF4-FFF2-40B4-BE49-F238E27FC236}">
                    <a16:creationId xmlns:a16="http://schemas.microsoft.com/office/drawing/2014/main" id="{A23B80A4-9BF6-9B3A-E245-7FD46C3E06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495" name="Freeform: Shape 494">
                <a:extLst>
                  <a:ext uri="{FF2B5EF4-FFF2-40B4-BE49-F238E27FC236}">
                    <a16:creationId xmlns:a16="http://schemas.microsoft.com/office/drawing/2014/main" id="{493E265F-1038-98A3-85CE-A782A94D62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496" name="Freeform: Shape 495">
                <a:extLst>
                  <a:ext uri="{FF2B5EF4-FFF2-40B4-BE49-F238E27FC236}">
                    <a16:creationId xmlns:a16="http://schemas.microsoft.com/office/drawing/2014/main" id="{3FC8FBAB-8114-47AC-91CF-7F15263EE2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497" name="Freeform: Shape 496">
                <a:extLst>
                  <a:ext uri="{FF2B5EF4-FFF2-40B4-BE49-F238E27FC236}">
                    <a16:creationId xmlns:a16="http://schemas.microsoft.com/office/drawing/2014/main" id="{17005163-54F7-B2EF-93E9-EACB9BF421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98" name="Freeform: Shape 497">
                <a:extLst>
                  <a:ext uri="{FF2B5EF4-FFF2-40B4-BE49-F238E27FC236}">
                    <a16:creationId xmlns:a16="http://schemas.microsoft.com/office/drawing/2014/main" id="{EDB4FCF8-4ADC-5D73-BCB4-858ABE2C94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99" name="Freeform: Shape 498">
                <a:extLst>
                  <a:ext uri="{FF2B5EF4-FFF2-40B4-BE49-F238E27FC236}">
                    <a16:creationId xmlns:a16="http://schemas.microsoft.com/office/drawing/2014/main" id="{B657E64F-AA84-9392-CACC-E64259F9C9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00" name="Freeform: Shape 499">
                <a:extLst>
                  <a:ext uri="{FF2B5EF4-FFF2-40B4-BE49-F238E27FC236}">
                    <a16:creationId xmlns:a16="http://schemas.microsoft.com/office/drawing/2014/main" id="{1E797073-6D7B-4865-245A-2693B69F4C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501" name="Freeform: Shape 500">
                <a:extLst>
                  <a:ext uri="{FF2B5EF4-FFF2-40B4-BE49-F238E27FC236}">
                    <a16:creationId xmlns:a16="http://schemas.microsoft.com/office/drawing/2014/main" id="{F6E95F3B-EA20-81B9-518C-7E38DFA47D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02" name="Freeform: Shape 501">
                <a:extLst>
                  <a:ext uri="{FF2B5EF4-FFF2-40B4-BE49-F238E27FC236}">
                    <a16:creationId xmlns:a16="http://schemas.microsoft.com/office/drawing/2014/main" id="{ABAAA526-140E-6613-BB28-74179DBCA4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503" name="Freeform: Shape 502">
                <a:extLst>
                  <a:ext uri="{FF2B5EF4-FFF2-40B4-BE49-F238E27FC236}">
                    <a16:creationId xmlns:a16="http://schemas.microsoft.com/office/drawing/2014/main" id="{ADF2A42D-0071-3DC7-0EDA-3E8A0A5AB6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504" name="Freeform: Shape 503">
                <a:extLst>
                  <a:ext uri="{FF2B5EF4-FFF2-40B4-BE49-F238E27FC236}">
                    <a16:creationId xmlns:a16="http://schemas.microsoft.com/office/drawing/2014/main" id="{65C950A7-CC6C-1751-8D00-83F3D33DE7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05" name="Freeform: Shape 504">
                <a:extLst>
                  <a:ext uri="{FF2B5EF4-FFF2-40B4-BE49-F238E27FC236}">
                    <a16:creationId xmlns:a16="http://schemas.microsoft.com/office/drawing/2014/main" id="{C7CE6BFD-F569-C0A9-FF37-DF4651453C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06" name="Freeform: Shape 505">
                <a:extLst>
                  <a:ext uri="{FF2B5EF4-FFF2-40B4-BE49-F238E27FC236}">
                    <a16:creationId xmlns:a16="http://schemas.microsoft.com/office/drawing/2014/main" id="{A46C8FFF-17B4-B852-12D4-0C425B0014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507" name="Freeform: Shape 506">
                <a:extLst>
                  <a:ext uri="{FF2B5EF4-FFF2-40B4-BE49-F238E27FC236}">
                    <a16:creationId xmlns:a16="http://schemas.microsoft.com/office/drawing/2014/main" id="{AB53725F-4380-2281-674D-C95CB4BE26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08" name="Freeform: Shape 507">
                <a:extLst>
                  <a:ext uri="{FF2B5EF4-FFF2-40B4-BE49-F238E27FC236}">
                    <a16:creationId xmlns:a16="http://schemas.microsoft.com/office/drawing/2014/main" id="{B7DBC4CD-4FF9-9042-0362-DC17D4F10E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509" name="Freeform: Shape 508">
                <a:extLst>
                  <a:ext uri="{FF2B5EF4-FFF2-40B4-BE49-F238E27FC236}">
                    <a16:creationId xmlns:a16="http://schemas.microsoft.com/office/drawing/2014/main" id="{6C954822-8AED-F3D8-7372-FA5AFAB8EE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10" name="Freeform: Shape 509">
                <a:extLst>
                  <a:ext uri="{FF2B5EF4-FFF2-40B4-BE49-F238E27FC236}">
                    <a16:creationId xmlns:a16="http://schemas.microsoft.com/office/drawing/2014/main" id="{2EC771AE-9FFC-FD28-08A9-F26BF14B5B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11" name="Freeform: Shape 510">
                <a:extLst>
                  <a:ext uri="{FF2B5EF4-FFF2-40B4-BE49-F238E27FC236}">
                    <a16:creationId xmlns:a16="http://schemas.microsoft.com/office/drawing/2014/main" id="{C2765AF8-58C2-9315-0C2E-0C0F54FE00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12" name="Freeform: Shape 511">
                <a:extLst>
                  <a:ext uri="{FF2B5EF4-FFF2-40B4-BE49-F238E27FC236}">
                    <a16:creationId xmlns:a16="http://schemas.microsoft.com/office/drawing/2014/main" id="{709A1648-3560-52C7-EB73-BAAB8B7B58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513" name="Freeform: Shape 512">
                <a:extLst>
                  <a:ext uri="{FF2B5EF4-FFF2-40B4-BE49-F238E27FC236}">
                    <a16:creationId xmlns:a16="http://schemas.microsoft.com/office/drawing/2014/main" id="{FEACE3B5-EEB0-02E1-04CF-43606951D2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14" name="Freeform: Shape 513">
                <a:extLst>
                  <a:ext uri="{FF2B5EF4-FFF2-40B4-BE49-F238E27FC236}">
                    <a16:creationId xmlns:a16="http://schemas.microsoft.com/office/drawing/2014/main" id="{CE547DFA-7626-019E-FBE9-3CDE499DD0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515" name="Freeform: Shape 514">
                <a:extLst>
                  <a:ext uri="{FF2B5EF4-FFF2-40B4-BE49-F238E27FC236}">
                    <a16:creationId xmlns:a16="http://schemas.microsoft.com/office/drawing/2014/main" id="{6BF68524-F801-0519-7BA8-F681929656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16" name="Freeform: Shape 515">
                <a:extLst>
                  <a:ext uri="{FF2B5EF4-FFF2-40B4-BE49-F238E27FC236}">
                    <a16:creationId xmlns:a16="http://schemas.microsoft.com/office/drawing/2014/main" id="{2F51ECE5-BE01-C67A-520A-FA5049433A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17" name="Freeform: Shape 516">
                <a:extLst>
                  <a:ext uri="{FF2B5EF4-FFF2-40B4-BE49-F238E27FC236}">
                    <a16:creationId xmlns:a16="http://schemas.microsoft.com/office/drawing/2014/main" id="{B602F931-44A9-C9F9-6B78-94AD23A33B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18" name="Freeform: Shape 517">
                <a:extLst>
                  <a:ext uri="{FF2B5EF4-FFF2-40B4-BE49-F238E27FC236}">
                    <a16:creationId xmlns:a16="http://schemas.microsoft.com/office/drawing/2014/main" id="{E5074FD5-81CA-C1E8-B265-745BAFFB81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519" name="Freeform: Shape 518">
                <a:extLst>
                  <a:ext uri="{FF2B5EF4-FFF2-40B4-BE49-F238E27FC236}">
                    <a16:creationId xmlns:a16="http://schemas.microsoft.com/office/drawing/2014/main" id="{EB0C60F9-06DE-C3F1-6CD0-4DD306FFAD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20" name="Freeform: Shape 519">
                <a:extLst>
                  <a:ext uri="{FF2B5EF4-FFF2-40B4-BE49-F238E27FC236}">
                    <a16:creationId xmlns:a16="http://schemas.microsoft.com/office/drawing/2014/main" id="{CF359C06-12E7-FB0C-F2C8-5BAB9EC43B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521" name="Freeform: Shape 520">
                <a:extLst>
                  <a:ext uri="{FF2B5EF4-FFF2-40B4-BE49-F238E27FC236}">
                    <a16:creationId xmlns:a16="http://schemas.microsoft.com/office/drawing/2014/main" id="{F4AEA355-412E-6970-3149-83946D00CD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22" name="Freeform: Shape 521">
                <a:extLst>
                  <a:ext uri="{FF2B5EF4-FFF2-40B4-BE49-F238E27FC236}">
                    <a16:creationId xmlns:a16="http://schemas.microsoft.com/office/drawing/2014/main" id="{7CF2595D-B65C-4A0C-244C-B9C2927898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23" name="Freeform: Shape 522">
                <a:extLst>
                  <a:ext uri="{FF2B5EF4-FFF2-40B4-BE49-F238E27FC236}">
                    <a16:creationId xmlns:a16="http://schemas.microsoft.com/office/drawing/2014/main" id="{E9E4683F-59BF-AAE1-C14B-A2803B40BC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24" name="Freeform: Shape 523">
                <a:extLst>
                  <a:ext uri="{FF2B5EF4-FFF2-40B4-BE49-F238E27FC236}">
                    <a16:creationId xmlns:a16="http://schemas.microsoft.com/office/drawing/2014/main" id="{53F2C2AC-CB06-990B-47FD-E4A3EDAA3B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525" name="Freeform: Shape 524">
                <a:extLst>
                  <a:ext uri="{FF2B5EF4-FFF2-40B4-BE49-F238E27FC236}">
                    <a16:creationId xmlns:a16="http://schemas.microsoft.com/office/drawing/2014/main" id="{16DC329F-3D67-0B19-D482-517D28CB16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26" name="Freeform: Shape 525">
                <a:extLst>
                  <a:ext uri="{FF2B5EF4-FFF2-40B4-BE49-F238E27FC236}">
                    <a16:creationId xmlns:a16="http://schemas.microsoft.com/office/drawing/2014/main" id="{E3D50990-F686-03D6-7FCE-70E2E15F4A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527" name="Freeform: Shape 526">
                <a:extLst>
                  <a:ext uri="{FF2B5EF4-FFF2-40B4-BE49-F238E27FC236}">
                    <a16:creationId xmlns:a16="http://schemas.microsoft.com/office/drawing/2014/main" id="{C88F33D0-71CE-EC00-B336-388B573AB6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grpSp>
      <p:grpSp>
        <p:nvGrpSpPr>
          <p:cNvPr id="19" name="Group 18">
            <a:extLst>
              <a:ext uri="{FF2B5EF4-FFF2-40B4-BE49-F238E27FC236}">
                <a16:creationId xmlns:a16="http://schemas.microsoft.com/office/drawing/2014/main" id="{C3EDB3D4-AECF-6AEC-FFA8-95B7B7EABE4B}"/>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9202417" y="3020571"/>
            <a:ext cx="1861854" cy="717514"/>
            <a:chOff x="0" y="377893"/>
            <a:chExt cx="1861854" cy="717514"/>
          </a:xfrm>
          <a:solidFill>
            <a:schemeClr val="bg1"/>
          </a:solidFill>
        </p:grpSpPr>
        <p:sp>
          <p:nvSpPr>
            <p:cNvPr id="20" name="Freeform: Shape 19">
              <a:extLst>
                <a:ext uri="{FF2B5EF4-FFF2-40B4-BE49-F238E27FC236}">
                  <a16:creationId xmlns:a16="http://schemas.microsoft.com/office/drawing/2014/main" id="{9CEE5497-9473-0B77-A671-D072419F5C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778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a:p>
          </p:txBody>
        </p:sp>
        <p:sp>
          <p:nvSpPr>
            <p:cNvPr id="21" name="Freeform: Shape 20">
              <a:extLst>
                <a:ext uri="{FF2B5EF4-FFF2-40B4-BE49-F238E27FC236}">
                  <a16:creationId xmlns:a16="http://schemas.microsoft.com/office/drawing/2014/main" id="{4A3E94F3-DBE7-0544-7572-71F9B3CE74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1762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dirty="0"/>
            </a:p>
          </p:txBody>
        </p:sp>
      </p:grpSp>
      <p:grpSp>
        <p:nvGrpSpPr>
          <p:cNvPr id="22" name="Graphic 4">
            <a:extLst>
              <a:ext uri="{FF2B5EF4-FFF2-40B4-BE49-F238E27FC236}">
                <a16:creationId xmlns:a16="http://schemas.microsoft.com/office/drawing/2014/main" id="{728C5AB5-39A5-DE91-E240-0AD5D9C5F4E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9654550" y="2949933"/>
            <a:ext cx="849365" cy="849366"/>
            <a:chOff x="5829300" y="3162300"/>
            <a:chExt cx="532256" cy="532257"/>
          </a:xfrm>
          <a:solidFill>
            <a:srgbClr val="FFFFFF"/>
          </a:solidFill>
        </p:grpSpPr>
        <p:sp>
          <p:nvSpPr>
            <p:cNvPr id="23" name="Freeform: Shape 22">
              <a:extLst>
                <a:ext uri="{FF2B5EF4-FFF2-40B4-BE49-F238E27FC236}">
                  <a16:creationId xmlns:a16="http://schemas.microsoft.com/office/drawing/2014/main" id="{329C1098-7962-FA46-C2E7-AB77AD64D6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74CF7AB7-2420-BF85-D69C-8AA66FC77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13670BC6-D4E7-F713-9512-E4D8E097E0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dirty="0"/>
            </a:p>
          </p:txBody>
        </p:sp>
        <p:sp>
          <p:nvSpPr>
            <p:cNvPr id="26" name="Freeform: Shape 25">
              <a:extLst>
                <a:ext uri="{FF2B5EF4-FFF2-40B4-BE49-F238E27FC236}">
                  <a16:creationId xmlns:a16="http://schemas.microsoft.com/office/drawing/2014/main" id="{0577387D-1CA6-DDC8-DE2C-950C672FBE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8C4A25FF-A95C-5492-093A-E1CCFF3987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42354200-00CE-6A8B-3CA9-9A10A87C3F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45A34711-5F07-54E0-344E-D8EBA5AF0E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0A89376F-9E03-2F38-573F-7CBB584625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C883296D-4715-45BE-84A9-52131764B8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908480D9-F667-05BA-5784-BA62ABF8CD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A3789188-FDC7-2BD1-A863-8101DA57FB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CB5466A6-B1C8-4D1E-0F0E-4D2498305B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20DC6762-5C2A-F3A0-C9CF-A4C13406C5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a:p>
          </p:txBody>
        </p:sp>
      </p:grpSp>
      <p:grpSp>
        <p:nvGrpSpPr>
          <p:cNvPr id="36" name="Graphic 4">
            <a:extLst>
              <a:ext uri="{FF2B5EF4-FFF2-40B4-BE49-F238E27FC236}">
                <a16:creationId xmlns:a16="http://schemas.microsoft.com/office/drawing/2014/main" id="{5BC4FA74-D750-A9E7-CBA8-81231C692C6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9654550" y="2949933"/>
            <a:ext cx="849365" cy="849366"/>
            <a:chOff x="5829300" y="3162300"/>
            <a:chExt cx="532256" cy="532257"/>
          </a:xfrm>
          <a:solidFill>
            <a:schemeClr val="bg1"/>
          </a:solidFill>
        </p:grpSpPr>
        <p:sp>
          <p:nvSpPr>
            <p:cNvPr id="37" name="Freeform: Shape 36">
              <a:extLst>
                <a:ext uri="{FF2B5EF4-FFF2-40B4-BE49-F238E27FC236}">
                  <a16:creationId xmlns:a16="http://schemas.microsoft.com/office/drawing/2014/main" id="{85B66856-31E6-C9EC-F2BC-F0F8CE9CB0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929EF742-8BAD-6786-3D16-CBA27F17EE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D6118EB5-CDCB-2642-B558-BA8BBD9A6A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dirty="0"/>
            </a:p>
          </p:txBody>
        </p:sp>
        <p:sp>
          <p:nvSpPr>
            <p:cNvPr id="40" name="Freeform: Shape 39">
              <a:extLst>
                <a:ext uri="{FF2B5EF4-FFF2-40B4-BE49-F238E27FC236}">
                  <a16:creationId xmlns:a16="http://schemas.microsoft.com/office/drawing/2014/main" id="{6EFA27F7-A611-2B59-28D5-7968B1C2DE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4D4968B6-5D38-8998-1954-D9BFC32A07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EC639D48-EFE8-5B34-6BD5-0B9ED7B9A8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7CDE215F-CC69-4DEE-B132-E7C7603B5A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5846FE2B-ED21-F803-1BE0-36F10D4E67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D3EBC43B-9279-AC45-1F6A-EED6A8FABB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27045038-8F72-7956-305E-63621331C5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441156BA-2A1D-785B-1A89-8D1D43BE5B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7D778258-1543-197D-9C79-1BA236F2D7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D58FEEFD-EDAF-A7DA-63CD-C4401FE08B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41876162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6E990B-1E28-08E8-DCF3-4E29FBB03948}"/>
            </a:ext>
          </a:extLst>
        </p:cNvPr>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2E381C9E-C16D-042C-54B4-FD3D93956D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FDA2147D-7B61-E68B-BD6C-C70B2E8E4E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7388" y="181576"/>
            <a:ext cx="11823637" cy="650108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Shape 5">
            <a:extLst>
              <a:ext uri="{FF2B5EF4-FFF2-40B4-BE49-F238E27FC236}">
                <a16:creationId xmlns:a16="http://schemas.microsoft.com/office/drawing/2014/main" id="{2A2232EC-3386-51A5-CB93-AEC5BC3810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7387" y="175336"/>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9" name="Freeform: Shape 8">
            <a:extLst>
              <a:ext uri="{FF2B5EF4-FFF2-40B4-BE49-F238E27FC236}">
                <a16:creationId xmlns:a16="http://schemas.microsoft.com/office/drawing/2014/main" id="{DE34E3B3-C9C3-C4A7-5846-59A1D6FDFD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92656"/>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bg1"/>
          </a:solidFill>
          <a:ln w="9525" cap="flat">
            <a:noFill/>
            <a:prstDash val="solid"/>
            <a:miter/>
          </a:ln>
        </p:spPr>
        <p:txBody>
          <a:bodyPr wrap="square" rtlCol="0" anchor="ctr">
            <a:noAutofit/>
          </a:bodyPr>
          <a:lstStyle/>
          <a:p>
            <a:endParaRPr lang="en-US"/>
          </a:p>
        </p:txBody>
      </p:sp>
      <p:sp>
        <p:nvSpPr>
          <p:cNvPr id="11" name="Freeform: Shape 10">
            <a:extLst>
              <a:ext uri="{FF2B5EF4-FFF2-40B4-BE49-F238E27FC236}">
                <a16:creationId xmlns:a16="http://schemas.microsoft.com/office/drawing/2014/main" id="{696D509A-669F-AF69-78A1-D12CDCA985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32391"/>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bg1"/>
          </a:solidFill>
          <a:ln w="9525" cap="flat">
            <a:noFill/>
            <a:prstDash val="solid"/>
            <a:miter/>
          </a:ln>
        </p:spPr>
        <p:txBody>
          <a:bodyPr wrap="square" rtlCol="0" anchor="ctr">
            <a:noAutofit/>
          </a:bodyPr>
          <a:lstStyle/>
          <a:p>
            <a:endParaRPr lang="en-US"/>
          </a:p>
        </p:txBody>
      </p:sp>
      <p:sp>
        <p:nvSpPr>
          <p:cNvPr id="13" name="Freeform: Shape 12">
            <a:extLst>
              <a:ext uri="{FF2B5EF4-FFF2-40B4-BE49-F238E27FC236}">
                <a16:creationId xmlns:a16="http://schemas.microsoft.com/office/drawing/2014/main" id="{00616AEE-F7F8-0283-ED93-CCE7711445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7387" y="175336"/>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chemeClr val="accent6">
              <a:alpha val="3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14" name="Freeform: Shape 13">
            <a:extLst>
              <a:ext uri="{FF2B5EF4-FFF2-40B4-BE49-F238E27FC236}">
                <a16:creationId xmlns:a16="http://schemas.microsoft.com/office/drawing/2014/main" id="{0613B559-6F6E-1713-2022-1D20BEDFF4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584857" y="3401751"/>
            <a:ext cx="3432581" cy="3293393"/>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5" name="Freeform: Shape 14">
            <a:extLst>
              <a:ext uri="{FF2B5EF4-FFF2-40B4-BE49-F238E27FC236}">
                <a16:creationId xmlns:a16="http://schemas.microsoft.com/office/drawing/2014/main" id="{0D46850F-A716-4B6F-EC66-CACBE8F7E3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578444" y="3395511"/>
            <a:ext cx="3432581" cy="3293393"/>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2">
              <a:alpha val="3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nvGrpSpPr>
          <p:cNvPr id="17" name="Graphic 185">
            <a:extLst>
              <a:ext uri="{FF2B5EF4-FFF2-40B4-BE49-F238E27FC236}">
                <a16:creationId xmlns:a16="http://schemas.microsoft.com/office/drawing/2014/main" id="{9DC5C452-4B7E-3DE9-D17D-A5C631E110F8}"/>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0247659" y="5817968"/>
            <a:ext cx="1054466" cy="469689"/>
            <a:chOff x="9841624" y="4115729"/>
            <a:chExt cx="602169" cy="268223"/>
          </a:xfrm>
          <a:solidFill>
            <a:schemeClr val="bg1"/>
          </a:solidFill>
        </p:grpSpPr>
        <p:sp>
          <p:nvSpPr>
            <p:cNvPr id="354" name="Freeform: Shape 353">
              <a:extLst>
                <a:ext uri="{FF2B5EF4-FFF2-40B4-BE49-F238E27FC236}">
                  <a16:creationId xmlns:a16="http://schemas.microsoft.com/office/drawing/2014/main" id="{1C00B2B3-D8A3-305A-9CF0-D656779BC5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55" name="Freeform: Shape 354">
              <a:extLst>
                <a:ext uri="{FF2B5EF4-FFF2-40B4-BE49-F238E27FC236}">
                  <a16:creationId xmlns:a16="http://schemas.microsoft.com/office/drawing/2014/main" id="{79D775CC-76F6-91EC-D5E6-DC9024859F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56" name="Freeform: Shape 355">
              <a:extLst>
                <a:ext uri="{FF2B5EF4-FFF2-40B4-BE49-F238E27FC236}">
                  <a16:creationId xmlns:a16="http://schemas.microsoft.com/office/drawing/2014/main" id="{5C3CD6FB-80F3-7B6B-8C2C-2CA83D6260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57" name="Freeform: Shape 356">
              <a:extLst>
                <a:ext uri="{FF2B5EF4-FFF2-40B4-BE49-F238E27FC236}">
                  <a16:creationId xmlns:a16="http://schemas.microsoft.com/office/drawing/2014/main" id="{D961F0D3-EA6A-A4A3-210E-C4BC5E7118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58" name="Freeform: Shape 357">
              <a:extLst>
                <a:ext uri="{FF2B5EF4-FFF2-40B4-BE49-F238E27FC236}">
                  <a16:creationId xmlns:a16="http://schemas.microsoft.com/office/drawing/2014/main" id="{2C35656B-F3C7-76B1-88D1-F7A1772777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360" name="TextBox 359">
            <a:extLst>
              <a:ext uri="{FF2B5EF4-FFF2-40B4-BE49-F238E27FC236}">
                <a16:creationId xmlns:a16="http://schemas.microsoft.com/office/drawing/2014/main" id="{561B67D2-9DBE-75D7-0899-B3FE0B227AEA}"/>
              </a:ext>
            </a:extLst>
          </p:cNvPr>
          <p:cNvSpPr txBox="1"/>
          <p:nvPr/>
        </p:nvSpPr>
        <p:spPr>
          <a:xfrm>
            <a:off x="4116194" y="2456611"/>
            <a:ext cx="6096000" cy="1107996"/>
          </a:xfrm>
          <a:prstGeom prst="rect">
            <a:avLst/>
          </a:prstGeom>
          <a:noFill/>
        </p:spPr>
        <p:txBody>
          <a:bodyPr wrap="square">
            <a:spAutoFit/>
          </a:bodyPr>
          <a:lstStyle/>
          <a:p>
            <a:r>
              <a:rPr lang="en-IN" sz="6600" dirty="0">
                <a:solidFill>
                  <a:schemeClr val="bg1"/>
                </a:solidFill>
              </a:rPr>
              <a:t>Thank You</a:t>
            </a:r>
            <a:endParaRPr lang="en-IN" sz="6600" dirty="0"/>
          </a:p>
        </p:txBody>
      </p:sp>
    </p:spTree>
    <p:extLst>
      <p:ext uri="{BB962C8B-B14F-4D97-AF65-F5344CB8AC3E}">
        <p14:creationId xmlns:p14="http://schemas.microsoft.com/office/powerpoint/2010/main" val="6184826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3c9bec58-8084-492e-8360-0e1cfe36408c}" enabled="1" method="Standard" siteId="{f35a6974-607f-47d4-82d7-ff31d7dc53a5}" removed="0"/>
</clbl:labelList>
</file>

<file path=docProps/app.xml><?xml version="1.0" encoding="utf-8"?>
<Properties xmlns="http://schemas.openxmlformats.org/officeDocument/2006/extended-properties" xmlns:vt="http://schemas.openxmlformats.org/officeDocument/2006/docPropsVTypes">
  <TotalTime>445</TotalTime>
  <Words>1268</Words>
  <Application>Microsoft Office PowerPoint</Application>
  <PresentationFormat>Widescreen</PresentationFormat>
  <Paragraphs>251</Paragraphs>
  <Slides>17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Aptos</vt:lpstr>
      <vt:lpstr>Aptos Display</vt:lpstr>
      <vt:lpstr>Arial</vt:lpstr>
      <vt:lpstr>Calibri</vt:lpstr>
      <vt:lpstr>Segoe UI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 G, Nikhil</dc:creator>
  <cp:lastModifiedBy>S G, Nikhil</cp:lastModifiedBy>
  <cp:revision>3</cp:revision>
  <dcterms:created xsi:type="dcterms:W3CDTF">2025-12-15T06:10:54Z</dcterms:created>
  <dcterms:modified xsi:type="dcterms:W3CDTF">2025-12-17T05:10:40Z</dcterms:modified>
</cp:coreProperties>
</file>